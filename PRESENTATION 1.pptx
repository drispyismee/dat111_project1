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6" r:id="rId9"/>
    <p:sldId id="267" r:id="rId10"/>
    <p:sldId id="270" r:id="rId11"/>
    <p:sldId id="272" r:id="rId12"/>
    <p:sldId id="273" r:id="rId13"/>
    <p:sldId id="283" r:id="rId14"/>
    <p:sldId id="284" r:id="rId15"/>
    <p:sldId id="285" r:id="rId16"/>
    <p:sldId id="295" r:id="rId17"/>
    <p:sldId id="296" r:id="rId18"/>
    <p:sldId id="297" r:id="rId19"/>
    <p:sldId id="308" r:id="rId20"/>
    <p:sldId id="309" r:id="rId21"/>
    <p:sldId id="310" r:id="rId22"/>
    <p:sldId id="318" r:id="rId23"/>
    <p:sldId id="319" r:id="rId24"/>
    <p:sldId id="320" r:id="rId25"/>
    <p:sldId id="326" r:id="rId26"/>
    <p:sldId id="329" r:id="rId27"/>
    <p:sldId id="330" r:id="rId28"/>
    <p:sldId id="331" r:id="rId29"/>
    <p:sldId id="332" r:id="rId30"/>
    <p:sldId id="333" r:id="rId31"/>
  </p:sldIdLst>
  <p:sldSz cx="9144000" cy="5143500" type="screen16x9"/>
  <p:notesSz cx="6858000" cy="9144000"/>
  <p:embeddedFontLst>
    <p:embeddedFont>
      <p:font typeface="Hind" panose="02000000000000000000" pitchFamily="2" charset="0"/>
      <p:regular r:id="rId33"/>
      <p:bold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6" roundtripDataSignature="AMtx7mgvwqZNNZWXo0/rHVud8ktpd1K38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4527C82-C28B-4583-A0BF-120FDDBACE64}">
  <a:tblStyle styleId="{44527C82-C28B-4583-A0BF-120FDDBACE6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24BAD10-551B-4F2E-960F-0D8003075F0A}" styleName="Table_1">
    <a:wholeTbl>
      <a:tcTxStyle b="off" i="off">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2.fntdata"/><Relationship Id="rId89"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87"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90"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86"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1pPr>
            <a:lvl2pPr marL="914400" marR="0" lvl="1"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2pPr>
            <a:lvl3pPr marL="1371600" marR="0" lvl="2"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3pPr>
            <a:lvl4pPr marL="1828800" marR="0" lvl="3"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4pPr>
            <a:lvl5pPr marL="2286000" marR="0" lvl="4"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5pPr>
            <a:lvl6pPr marL="2743200" marR="0" lvl="5"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6pPr>
            <a:lvl7pPr marL="3200400" marR="0" lvl="6"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7pPr>
            <a:lvl8pPr marL="3657600" marR="0" lvl="7"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8pPr>
            <a:lvl9pPr marL="4114800" marR="0" lvl="8" indent="-317500" algn="l" rtl="0">
              <a:lnSpc>
                <a:spcPct val="100000"/>
              </a:lnSpc>
              <a:spcBef>
                <a:spcPts val="0"/>
              </a:spcBef>
              <a:spcAft>
                <a:spcPts val="0"/>
              </a:spcAft>
              <a:buClr>
                <a:srgbClr val="000000"/>
              </a:buClr>
              <a:buSzPts val="14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2" name="Google Shape;342;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9" name="Google Shape;349;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9" name="Google Shape;36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8" name="Google Shape;438;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5" name="Google Shape;445;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5" name="Google Shape;465;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9" name="Google Shape;53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p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9" name="Google Shape;619;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6" name="Google Shape;626;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6" name="Google Shape;646;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p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7" name="Google Shape;687;p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4" name="Google Shape;714;p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p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1" name="Google Shape;721;p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6"/>
        <p:cNvGrpSpPr/>
        <p:nvPr/>
      </p:nvGrpSpPr>
      <p:grpSpPr>
        <a:xfrm>
          <a:off x="0" y="0"/>
          <a:ext cx="0" cy="0"/>
          <a:chOff x="0" y="0"/>
          <a:chExt cx="0" cy="0"/>
        </a:xfrm>
      </p:grpSpPr>
      <p:sp>
        <p:nvSpPr>
          <p:cNvPr id="727" name="Google Shape;727;p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8" name="Google Shape;728;p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5" name="Google Shape;745;p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1" name="Google Shape;751;p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82"/>
          <p:cNvSpPr txBox="1">
            <a:spLocks noGrp="1"/>
          </p:cNvSpPr>
          <p:nvPr>
            <p:ph type="ctrTitle"/>
          </p:nvPr>
        </p:nvSpPr>
        <p:spPr>
          <a:xfrm>
            <a:off x="2328150" y="1991825"/>
            <a:ext cx="4487700" cy="1159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4600"/>
              <a:buNone/>
              <a:defRPr sz="46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a:endParaRPr/>
          </a:p>
        </p:txBody>
      </p:sp>
      <p:sp>
        <p:nvSpPr>
          <p:cNvPr id="11" name="Google Shape;11;p82"/>
          <p:cNvSpPr/>
          <p:nvPr/>
        </p:nvSpPr>
        <p:spPr>
          <a:xfrm rot="5400000" flipH="1">
            <a:off x="6177275" y="-42338"/>
            <a:ext cx="3688200" cy="2246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2" name="Google Shape;12;p82"/>
          <p:cNvSpPr/>
          <p:nvPr/>
        </p:nvSpPr>
        <p:spPr>
          <a:xfrm rot="5400000" flipH="1">
            <a:off x="-698074" y="3247200"/>
            <a:ext cx="3573900" cy="21771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3" name="Google Shape;13;p82"/>
          <p:cNvSpPr/>
          <p:nvPr/>
        </p:nvSpPr>
        <p:spPr>
          <a:xfrm rot="-5400000" flipH="1">
            <a:off x="-428544" y="2831032"/>
            <a:ext cx="2195100" cy="13380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4" name="Google Shape;14;p82"/>
          <p:cNvSpPr/>
          <p:nvPr/>
        </p:nvSpPr>
        <p:spPr>
          <a:xfrm rot="-5400000" flipH="1">
            <a:off x="563748" y="2068298"/>
            <a:ext cx="1518900" cy="9255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5" name="Google Shape;15;p82"/>
          <p:cNvSpPr/>
          <p:nvPr/>
        </p:nvSpPr>
        <p:spPr>
          <a:xfrm rot="5400000">
            <a:off x="-253698" y="2260564"/>
            <a:ext cx="1297200" cy="7899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6" name="Google Shape;16;p82"/>
          <p:cNvSpPr/>
          <p:nvPr/>
        </p:nvSpPr>
        <p:spPr>
          <a:xfrm rot="-5400000">
            <a:off x="-192598" y="1950593"/>
            <a:ext cx="985800" cy="6006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7" name="Google Shape;17;p82"/>
          <p:cNvSpPr/>
          <p:nvPr/>
        </p:nvSpPr>
        <p:spPr>
          <a:xfrm rot="5400000" flipH="1">
            <a:off x="7217675" y="1270025"/>
            <a:ext cx="2394600" cy="14589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8" name="Google Shape;18;p82"/>
          <p:cNvSpPr/>
          <p:nvPr/>
        </p:nvSpPr>
        <p:spPr>
          <a:xfrm rot="-5400000">
            <a:off x="7922499" y="2744289"/>
            <a:ext cx="1518600" cy="9255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9" name="Google Shape;19;p82"/>
          <p:cNvSpPr/>
          <p:nvPr/>
        </p:nvSpPr>
        <p:spPr>
          <a:xfrm rot="-5400000" flipH="1">
            <a:off x="7315902" y="2802275"/>
            <a:ext cx="1027800" cy="6261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20" name="Google Shape;20;p82"/>
          <p:cNvSpPr/>
          <p:nvPr/>
        </p:nvSpPr>
        <p:spPr>
          <a:xfrm rot="-5400000" flipH="1">
            <a:off x="6337825" y="578875"/>
            <a:ext cx="1520100" cy="9261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Tree>
  </p:cSld>
  <p:clrMapOvr>
    <a:masterClrMapping/>
  </p:clrMapOvr>
  <p:transition>
    <p:fade thruBlk="1"/>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 2 columns" type="twoColTx">
  <p:cSld name="TITLE_AND_TWO_COLUMNS">
    <p:spTree>
      <p:nvGrpSpPr>
        <p:cNvPr id="1" name="Shape 21"/>
        <p:cNvGrpSpPr/>
        <p:nvPr/>
      </p:nvGrpSpPr>
      <p:grpSpPr>
        <a:xfrm>
          <a:off x="0" y="0"/>
          <a:ext cx="0" cy="0"/>
          <a:chOff x="0" y="0"/>
          <a:chExt cx="0" cy="0"/>
        </a:xfrm>
      </p:grpSpPr>
      <p:sp>
        <p:nvSpPr>
          <p:cNvPr id="22" name="Google Shape;22;p83"/>
          <p:cNvSpPr txBox="1">
            <a:spLocks noGrp="1"/>
          </p:cNvSpPr>
          <p:nvPr>
            <p:ph type="title"/>
          </p:nvPr>
        </p:nvSpPr>
        <p:spPr>
          <a:xfrm>
            <a:off x="1067088" y="912850"/>
            <a:ext cx="5972100" cy="6360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23" name="Google Shape;23;p83"/>
          <p:cNvSpPr txBox="1">
            <a:spLocks noGrp="1"/>
          </p:cNvSpPr>
          <p:nvPr>
            <p:ph type="body" idx="1"/>
          </p:nvPr>
        </p:nvSpPr>
        <p:spPr>
          <a:xfrm>
            <a:off x="1067100" y="1706950"/>
            <a:ext cx="2977800" cy="3218700"/>
          </a:xfrm>
          <a:prstGeom prst="rect">
            <a:avLst/>
          </a:prstGeom>
          <a:noFill/>
          <a:ln>
            <a:noFill/>
          </a:ln>
        </p:spPr>
        <p:txBody>
          <a:bodyPr spcFirstLastPara="1" wrap="square" lIns="91425" tIns="91425" rIns="91425" bIns="91425" anchor="t" anchorCtr="0">
            <a:noAutofit/>
          </a:bodyPr>
          <a:lstStyle>
            <a:lvl1pPr marL="457200" lvl="0" indent="-342900" algn="l">
              <a:lnSpc>
                <a:spcPct val="100000"/>
              </a:lnSpc>
              <a:spcBef>
                <a:spcPts val="600"/>
              </a:spcBef>
              <a:spcAft>
                <a:spcPts val="0"/>
              </a:spcAft>
              <a:buSzPts val="1800"/>
              <a:buChar char="›"/>
              <a:defRPr sz="1800"/>
            </a:lvl1pPr>
            <a:lvl2pPr marL="914400" lvl="1" indent="-342900" algn="l">
              <a:lnSpc>
                <a:spcPct val="100000"/>
              </a:lnSpc>
              <a:spcBef>
                <a:spcPts val="0"/>
              </a:spcBef>
              <a:spcAft>
                <a:spcPts val="0"/>
              </a:spcAft>
              <a:buSzPts val="1800"/>
              <a:buChar char="›"/>
              <a:defRPr sz="1800"/>
            </a:lvl2pPr>
            <a:lvl3pPr marL="1371600" lvl="2" indent="-342900" algn="l">
              <a:lnSpc>
                <a:spcPct val="100000"/>
              </a:lnSpc>
              <a:spcBef>
                <a:spcPts val="0"/>
              </a:spcBef>
              <a:spcAft>
                <a:spcPts val="0"/>
              </a:spcAft>
              <a:buSzPts val="1800"/>
              <a:buChar char="›"/>
              <a:defRPr sz="1800"/>
            </a:lvl3pPr>
            <a:lvl4pPr marL="1828800" lvl="3" indent="-342900" algn="l">
              <a:lnSpc>
                <a:spcPct val="100000"/>
              </a:lnSpc>
              <a:spcBef>
                <a:spcPts val="0"/>
              </a:spcBef>
              <a:spcAft>
                <a:spcPts val="0"/>
              </a:spcAft>
              <a:buSzPts val="1800"/>
              <a:buChar char="›"/>
              <a:defRPr sz="1800"/>
            </a:lvl4pPr>
            <a:lvl5pPr marL="2286000" lvl="4" indent="-342900" algn="l">
              <a:lnSpc>
                <a:spcPct val="100000"/>
              </a:lnSpc>
              <a:spcBef>
                <a:spcPts val="0"/>
              </a:spcBef>
              <a:spcAft>
                <a:spcPts val="0"/>
              </a:spcAft>
              <a:buSzPts val="1800"/>
              <a:buChar char="›"/>
              <a:defRPr sz="1800"/>
            </a:lvl5pPr>
            <a:lvl6pPr marL="2743200" lvl="5" indent="-342900" algn="l">
              <a:lnSpc>
                <a:spcPct val="100000"/>
              </a:lnSpc>
              <a:spcBef>
                <a:spcPts val="0"/>
              </a:spcBef>
              <a:spcAft>
                <a:spcPts val="0"/>
              </a:spcAft>
              <a:buSzPts val="1800"/>
              <a:buChar char="›"/>
              <a:defRPr sz="1800"/>
            </a:lvl6pPr>
            <a:lvl7pPr marL="3200400" lvl="6" indent="-342900" algn="l">
              <a:lnSpc>
                <a:spcPct val="100000"/>
              </a:lnSpc>
              <a:spcBef>
                <a:spcPts val="0"/>
              </a:spcBef>
              <a:spcAft>
                <a:spcPts val="0"/>
              </a:spcAft>
              <a:buSzPts val="1800"/>
              <a:buChar char="›"/>
              <a:defRPr sz="1800"/>
            </a:lvl7pPr>
            <a:lvl8pPr marL="3657600" lvl="7" indent="-342900" algn="l">
              <a:lnSpc>
                <a:spcPct val="100000"/>
              </a:lnSpc>
              <a:spcBef>
                <a:spcPts val="0"/>
              </a:spcBef>
              <a:spcAft>
                <a:spcPts val="0"/>
              </a:spcAft>
              <a:buSzPts val="1800"/>
              <a:buChar char="›"/>
              <a:defRPr sz="1800"/>
            </a:lvl8pPr>
            <a:lvl9pPr marL="4114800" lvl="8" indent="-342900" algn="l">
              <a:lnSpc>
                <a:spcPct val="100000"/>
              </a:lnSpc>
              <a:spcBef>
                <a:spcPts val="0"/>
              </a:spcBef>
              <a:spcAft>
                <a:spcPts val="0"/>
              </a:spcAft>
              <a:buSzPts val="1800"/>
              <a:buChar char="»"/>
              <a:defRPr sz="1800"/>
            </a:lvl9pPr>
          </a:lstStyle>
          <a:p>
            <a:endParaRPr/>
          </a:p>
        </p:txBody>
      </p:sp>
      <p:sp>
        <p:nvSpPr>
          <p:cNvPr id="24" name="Google Shape;24;p83"/>
          <p:cNvSpPr txBox="1">
            <a:spLocks noGrp="1"/>
          </p:cNvSpPr>
          <p:nvPr>
            <p:ph type="body" idx="2"/>
          </p:nvPr>
        </p:nvSpPr>
        <p:spPr>
          <a:xfrm>
            <a:off x="4224149" y="1706950"/>
            <a:ext cx="2977800" cy="3218700"/>
          </a:xfrm>
          <a:prstGeom prst="rect">
            <a:avLst/>
          </a:prstGeom>
          <a:noFill/>
          <a:ln>
            <a:noFill/>
          </a:ln>
        </p:spPr>
        <p:txBody>
          <a:bodyPr spcFirstLastPara="1" wrap="square" lIns="91425" tIns="91425" rIns="91425" bIns="91425" anchor="t" anchorCtr="0">
            <a:noAutofit/>
          </a:bodyPr>
          <a:lstStyle>
            <a:lvl1pPr marL="457200" lvl="0" indent="-342900" algn="l">
              <a:lnSpc>
                <a:spcPct val="100000"/>
              </a:lnSpc>
              <a:spcBef>
                <a:spcPts val="600"/>
              </a:spcBef>
              <a:spcAft>
                <a:spcPts val="0"/>
              </a:spcAft>
              <a:buSzPts val="1800"/>
              <a:buChar char="›"/>
              <a:defRPr sz="1800"/>
            </a:lvl1pPr>
            <a:lvl2pPr marL="914400" lvl="1" indent="-342900" algn="l">
              <a:lnSpc>
                <a:spcPct val="100000"/>
              </a:lnSpc>
              <a:spcBef>
                <a:spcPts val="0"/>
              </a:spcBef>
              <a:spcAft>
                <a:spcPts val="0"/>
              </a:spcAft>
              <a:buSzPts val="1800"/>
              <a:buChar char="›"/>
              <a:defRPr sz="1800"/>
            </a:lvl2pPr>
            <a:lvl3pPr marL="1371600" lvl="2" indent="-342900" algn="l">
              <a:lnSpc>
                <a:spcPct val="100000"/>
              </a:lnSpc>
              <a:spcBef>
                <a:spcPts val="0"/>
              </a:spcBef>
              <a:spcAft>
                <a:spcPts val="0"/>
              </a:spcAft>
              <a:buSzPts val="1800"/>
              <a:buChar char="›"/>
              <a:defRPr sz="1800"/>
            </a:lvl3pPr>
            <a:lvl4pPr marL="1828800" lvl="3" indent="-342900" algn="l">
              <a:lnSpc>
                <a:spcPct val="100000"/>
              </a:lnSpc>
              <a:spcBef>
                <a:spcPts val="0"/>
              </a:spcBef>
              <a:spcAft>
                <a:spcPts val="0"/>
              </a:spcAft>
              <a:buSzPts val="1800"/>
              <a:buChar char="›"/>
              <a:defRPr sz="1800"/>
            </a:lvl4pPr>
            <a:lvl5pPr marL="2286000" lvl="4" indent="-342900" algn="l">
              <a:lnSpc>
                <a:spcPct val="100000"/>
              </a:lnSpc>
              <a:spcBef>
                <a:spcPts val="0"/>
              </a:spcBef>
              <a:spcAft>
                <a:spcPts val="0"/>
              </a:spcAft>
              <a:buSzPts val="1800"/>
              <a:buChar char="›"/>
              <a:defRPr sz="1800"/>
            </a:lvl5pPr>
            <a:lvl6pPr marL="2743200" lvl="5" indent="-342900" algn="l">
              <a:lnSpc>
                <a:spcPct val="100000"/>
              </a:lnSpc>
              <a:spcBef>
                <a:spcPts val="0"/>
              </a:spcBef>
              <a:spcAft>
                <a:spcPts val="0"/>
              </a:spcAft>
              <a:buSzPts val="1800"/>
              <a:buChar char="›"/>
              <a:defRPr sz="1800"/>
            </a:lvl6pPr>
            <a:lvl7pPr marL="3200400" lvl="6" indent="-342900" algn="l">
              <a:lnSpc>
                <a:spcPct val="100000"/>
              </a:lnSpc>
              <a:spcBef>
                <a:spcPts val="0"/>
              </a:spcBef>
              <a:spcAft>
                <a:spcPts val="0"/>
              </a:spcAft>
              <a:buSzPts val="1800"/>
              <a:buChar char="›"/>
              <a:defRPr sz="1800"/>
            </a:lvl7pPr>
            <a:lvl8pPr marL="3657600" lvl="7" indent="-342900" algn="l">
              <a:lnSpc>
                <a:spcPct val="100000"/>
              </a:lnSpc>
              <a:spcBef>
                <a:spcPts val="0"/>
              </a:spcBef>
              <a:spcAft>
                <a:spcPts val="0"/>
              </a:spcAft>
              <a:buSzPts val="1800"/>
              <a:buChar char="›"/>
              <a:defRPr sz="1800"/>
            </a:lvl8pPr>
            <a:lvl9pPr marL="4114800" lvl="8" indent="-342900" algn="l">
              <a:lnSpc>
                <a:spcPct val="100000"/>
              </a:lnSpc>
              <a:spcBef>
                <a:spcPts val="0"/>
              </a:spcBef>
              <a:spcAft>
                <a:spcPts val="0"/>
              </a:spcAft>
              <a:buSzPts val="1800"/>
              <a:buChar char="»"/>
              <a:defRPr sz="1800"/>
            </a:lvl9pPr>
          </a:lstStyle>
          <a:p>
            <a:endParaRPr/>
          </a:p>
        </p:txBody>
      </p:sp>
      <p:grpSp>
        <p:nvGrpSpPr>
          <p:cNvPr id="25" name="Google Shape;25;p83"/>
          <p:cNvGrpSpPr/>
          <p:nvPr/>
        </p:nvGrpSpPr>
        <p:grpSpPr>
          <a:xfrm>
            <a:off x="7395202" y="-6"/>
            <a:ext cx="1748885" cy="4013021"/>
            <a:chOff x="7395202" y="-6"/>
            <a:chExt cx="1748885" cy="4013021"/>
          </a:xfrm>
        </p:grpSpPr>
        <p:sp>
          <p:nvSpPr>
            <p:cNvPr id="26" name="Google Shape;26;p83"/>
            <p:cNvSpPr/>
            <p:nvPr/>
          </p:nvSpPr>
          <p:spPr>
            <a:xfrm rot="5400000" flipH="1">
              <a:off x="7471942" y="406044"/>
              <a:ext cx="2078100" cy="12660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27" name="Google Shape;27;p83"/>
            <p:cNvSpPr/>
            <p:nvPr/>
          </p:nvSpPr>
          <p:spPr>
            <a:xfrm rot="5400000" flipH="1">
              <a:off x="7072800" y="1666234"/>
              <a:ext cx="2574300" cy="1568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28" name="Google Shape;28;p83"/>
            <p:cNvSpPr/>
            <p:nvPr/>
          </p:nvSpPr>
          <p:spPr>
            <a:xfrm rot="-5400000">
              <a:off x="8020587" y="2718092"/>
              <a:ext cx="1396200" cy="8508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29" name="Google Shape;29;p83"/>
            <p:cNvSpPr/>
            <p:nvPr/>
          </p:nvSpPr>
          <p:spPr>
            <a:xfrm rot="-5400000">
              <a:off x="7178152" y="542730"/>
              <a:ext cx="1110900" cy="6768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30" name="Google Shape;30;p83"/>
            <p:cNvSpPr/>
            <p:nvPr/>
          </p:nvSpPr>
          <p:spPr>
            <a:xfrm rot="-5400000" flipH="1">
              <a:off x="8242801" y="3381815"/>
              <a:ext cx="784500" cy="4779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grpSp>
        <p:nvGrpSpPr>
          <p:cNvPr id="31" name="Google Shape;31;p83"/>
          <p:cNvGrpSpPr/>
          <p:nvPr/>
        </p:nvGrpSpPr>
        <p:grpSpPr>
          <a:xfrm>
            <a:off x="3" y="2738679"/>
            <a:ext cx="722480" cy="2404814"/>
            <a:chOff x="3" y="2750304"/>
            <a:chExt cx="722480" cy="2404814"/>
          </a:xfrm>
        </p:grpSpPr>
        <p:sp>
          <p:nvSpPr>
            <p:cNvPr id="32" name="Google Shape;32;p83"/>
            <p:cNvSpPr/>
            <p:nvPr/>
          </p:nvSpPr>
          <p:spPr>
            <a:xfrm rot="5400000" flipH="1">
              <a:off x="-231667" y="3341328"/>
              <a:ext cx="1185900" cy="7224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33" name="Google Shape;33;p83"/>
            <p:cNvSpPr/>
            <p:nvPr/>
          </p:nvSpPr>
          <p:spPr>
            <a:xfrm rot="5400000">
              <a:off x="-158106" y="3063820"/>
              <a:ext cx="808800" cy="4923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34" name="Google Shape;34;p83"/>
            <p:cNvSpPr/>
            <p:nvPr/>
          </p:nvSpPr>
          <p:spPr>
            <a:xfrm rot="-5400000" flipH="1">
              <a:off x="-173395" y="4440518"/>
              <a:ext cx="888000" cy="5412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35" name="Google Shape;35;p83"/>
            <p:cNvSpPr/>
            <p:nvPr/>
          </p:nvSpPr>
          <p:spPr>
            <a:xfrm rot="-5400000">
              <a:off x="-120147" y="2870454"/>
              <a:ext cx="614700" cy="3744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36" name="Google Shape;36;p83"/>
            <p:cNvSpPr/>
            <p:nvPr/>
          </p:nvSpPr>
          <p:spPr>
            <a:xfrm rot="-5400000" flipH="1">
              <a:off x="228056" y="4058304"/>
              <a:ext cx="614400" cy="3744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sp>
        <p:nvSpPr>
          <p:cNvPr id="37" name="Google Shape;37;p83"/>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p:fade thruBlk="1"/>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small" type="blank">
  <p:cSld name="BLANK">
    <p:spTree>
      <p:nvGrpSpPr>
        <p:cNvPr id="1" name="Shape 38"/>
        <p:cNvGrpSpPr/>
        <p:nvPr/>
      </p:nvGrpSpPr>
      <p:grpSpPr>
        <a:xfrm>
          <a:off x="0" y="0"/>
          <a:ext cx="0" cy="0"/>
          <a:chOff x="0" y="0"/>
          <a:chExt cx="0" cy="0"/>
        </a:xfrm>
      </p:grpSpPr>
      <p:grpSp>
        <p:nvGrpSpPr>
          <p:cNvPr id="39" name="Google Shape;39;p84"/>
          <p:cNvGrpSpPr/>
          <p:nvPr/>
        </p:nvGrpSpPr>
        <p:grpSpPr>
          <a:xfrm>
            <a:off x="7934863" y="4"/>
            <a:ext cx="1209180" cy="2774603"/>
            <a:chOff x="7395202" y="-6"/>
            <a:chExt cx="1748885" cy="4013021"/>
          </a:xfrm>
        </p:grpSpPr>
        <p:sp>
          <p:nvSpPr>
            <p:cNvPr id="40" name="Google Shape;40;p84"/>
            <p:cNvSpPr/>
            <p:nvPr/>
          </p:nvSpPr>
          <p:spPr>
            <a:xfrm rot="5400000" flipH="1">
              <a:off x="7471942" y="406044"/>
              <a:ext cx="2078100" cy="12660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1" name="Google Shape;41;p84"/>
            <p:cNvSpPr/>
            <p:nvPr/>
          </p:nvSpPr>
          <p:spPr>
            <a:xfrm rot="5400000" flipH="1">
              <a:off x="7072800" y="1666234"/>
              <a:ext cx="2574300" cy="1568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2" name="Google Shape;42;p84"/>
            <p:cNvSpPr/>
            <p:nvPr/>
          </p:nvSpPr>
          <p:spPr>
            <a:xfrm rot="-5400000">
              <a:off x="8020587" y="2718092"/>
              <a:ext cx="1396200" cy="8508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3" name="Google Shape;43;p84"/>
            <p:cNvSpPr/>
            <p:nvPr/>
          </p:nvSpPr>
          <p:spPr>
            <a:xfrm rot="-5400000">
              <a:off x="7178152" y="542730"/>
              <a:ext cx="1110900" cy="6768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4" name="Google Shape;44;p84"/>
            <p:cNvSpPr/>
            <p:nvPr/>
          </p:nvSpPr>
          <p:spPr>
            <a:xfrm rot="-5400000" flipH="1">
              <a:off x="8242801" y="3381815"/>
              <a:ext cx="784500" cy="4779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grpSp>
        <p:nvGrpSpPr>
          <p:cNvPr id="45" name="Google Shape;45;p84"/>
          <p:cNvGrpSpPr/>
          <p:nvPr/>
        </p:nvGrpSpPr>
        <p:grpSpPr>
          <a:xfrm>
            <a:off x="-1" y="2232486"/>
            <a:ext cx="874634" cy="2911268"/>
            <a:chOff x="3" y="2750304"/>
            <a:chExt cx="722480" cy="2404814"/>
          </a:xfrm>
        </p:grpSpPr>
        <p:sp>
          <p:nvSpPr>
            <p:cNvPr id="46" name="Google Shape;46;p84"/>
            <p:cNvSpPr/>
            <p:nvPr/>
          </p:nvSpPr>
          <p:spPr>
            <a:xfrm rot="5400000" flipH="1">
              <a:off x="-231667" y="3341328"/>
              <a:ext cx="1185900" cy="7224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7" name="Google Shape;47;p84"/>
            <p:cNvSpPr/>
            <p:nvPr/>
          </p:nvSpPr>
          <p:spPr>
            <a:xfrm rot="5400000">
              <a:off x="-158106" y="3063820"/>
              <a:ext cx="808800" cy="4923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8" name="Google Shape;48;p84"/>
            <p:cNvSpPr/>
            <p:nvPr/>
          </p:nvSpPr>
          <p:spPr>
            <a:xfrm rot="-5400000" flipH="1">
              <a:off x="-173395" y="4440518"/>
              <a:ext cx="888000" cy="5412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49" name="Google Shape;49;p84"/>
            <p:cNvSpPr/>
            <p:nvPr/>
          </p:nvSpPr>
          <p:spPr>
            <a:xfrm rot="-5400000">
              <a:off x="-120147" y="2870454"/>
              <a:ext cx="614700" cy="3744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50" name="Google Shape;50;p84"/>
            <p:cNvSpPr/>
            <p:nvPr/>
          </p:nvSpPr>
          <p:spPr>
            <a:xfrm rot="-5400000" flipH="1">
              <a:off x="228056" y="4058304"/>
              <a:ext cx="614400" cy="3744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sp>
        <p:nvSpPr>
          <p:cNvPr id="51" name="Google Shape;51;p84"/>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p:fade thruBlk="1"/>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ubtitle">
  <p:cSld name="TITLE_1">
    <p:spTree>
      <p:nvGrpSpPr>
        <p:cNvPr id="1" name="Shape 52"/>
        <p:cNvGrpSpPr/>
        <p:nvPr/>
      </p:nvGrpSpPr>
      <p:grpSpPr>
        <a:xfrm>
          <a:off x="0" y="0"/>
          <a:ext cx="0" cy="0"/>
          <a:chOff x="0" y="0"/>
          <a:chExt cx="0" cy="0"/>
        </a:xfrm>
      </p:grpSpPr>
      <p:sp>
        <p:nvSpPr>
          <p:cNvPr id="53" name="Google Shape;53;p85"/>
          <p:cNvSpPr txBox="1">
            <a:spLocks noGrp="1"/>
          </p:cNvSpPr>
          <p:nvPr>
            <p:ph type="ctrTitle"/>
          </p:nvPr>
        </p:nvSpPr>
        <p:spPr>
          <a:xfrm>
            <a:off x="2647900" y="1659550"/>
            <a:ext cx="3848100" cy="1159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3000"/>
              <a:buNone/>
              <a:defRPr/>
            </a:lvl1pPr>
            <a:lvl2pPr lvl="1" algn="ctr">
              <a:lnSpc>
                <a:spcPct val="100000"/>
              </a:lnSpc>
              <a:spcBef>
                <a:spcPts val="0"/>
              </a:spcBef>
              <a:spcAft>
                <a:spcPts val="0"/>
              </a:spcAft>
              <a:buSzPts val="3000"/>
              <a:buNone/>
              <a:defRPr/>
            </a:lvl2pPr>
            <a:lvl3pPr lvl="2" algn="ctr">
              <a:lnSpc>
                <a:spcPct val="100000"/>
              </a:lnSpc>
              <a:spcBef>
                <a:spcPts val="0"/>
              </a:spcBef>
              <a:spcAft>
                <a:spcPts val="0"/>
              </a:spcAft>
              <a:buSzPts val="3000"/>
              <a:buNone/>
              <a:defRPr/>
            </a:lvl3pPr>
            <a:lvl4pPr lvl="3" algn="ctr">
              <a:lnSpc>
                <a:spcPct val="100000"/>
              </a:lnSpc>
              <a:spcBef>
                <a:spcPts val="0"/>
              </a:spcBef>
              <a:spcAft>
                <a:spcPts val="0"/>
              </a:spcAft>
              <a:buSzPts val="3000"/>
              <a:buNone/>
              <a:defRPr/>
            </a:lvl4pPr>
            <a:lvl5pPr lvl="4" algn="ctr">
              <a:lnSpc>
                <a:spcPct val="100000"/>
              </a:lnSpc>
              <a:spcBef>
                <a:spcPts val="0"/>
              </a:spcBef>
              <a:spcAft>
                <a:spcPts val="0"/>
              </a:spcAft>
              <a:buSzPts val="3000"/>
              <a:buNone/>
              <a:defRPr/>
            </a:lvl5pPr>
            <a:lvl6pPr lvl="5" algn="ctr">
              <a:lnSpc>
                <a:spcPct val="100000"/>
              </a:lnSpc>
              <a:spcBef>
                <a:spcPts val="0"/>
              </a:spcBef>
              <a:spcAft>
                <a:spcPts val="0"/>
              </a:spcAft>
              <a:buSzPts val="3000"/>
              <a:buNone/>
              <a:defRPr/>
            </a:lvl6pPr>
            <a:lvl7pPr lvl="6" algn="ctr">
              <a:lnSpc>
                <a:spcPct val="100000"/>
              </a:lnSpc>
              <a:spcBef>
                <a:spcPts val="0"/>
              </a:spcBef>
              <a:spcAft>
                <a:spcPts val="0"/>
              </a:spcAft>
              <a:buSzPts val="3000"/>
              <a:buNone/>
              <a:defRPr/>
            </a:lvl7pPr>
            <a:lvl8pPr lvl="7" algn="ctr">
              <a:lnSpc>
                <a:spcPct val="100000"/>
              </a:lnSpc>
              <a:spcBef>
                <a:spcPts val="0"/>
              </a:spcBef>
              <a:spcAft>
                <a:spcPts val="0"/>
              </a:spcAft>
              <a:buSzPts val="3000"/>
              <a:buNone/>
              <a:defRPr/>
            </a:lvl8pPr>
            <a:lvl9pPr lvl="8" algn="ctr">
              <a:lnSpc>
                <a:spcPct val="100000"/>
              </a:lnSpc>
              <a:spcBef>
                <a:spcPts val="0"/>
              </a:spcBef>
              <a:spcAft>
                <a:spcPts val="0"/>
              </a:spcAft>
              <a:buSzPts val="3000"/>
              <a:buNone/>
              <a:defRPr/>
            </a:lvl9pPr>
          </a:lstStyle>
          <a:p>
            <a:endParaRPr/>
          </a:p>
        </p:txBody>
      </p:sp>
      <p:sp>
        <p:nvSpPr>
          <p:cNvPr id="54" name="Google Shape;54;p85"/>
          <p:cNvSpPr txBox="1">
            <a:spLocks noGrp="1"/>
          </p:cNvSpPr>
          <p:nvPr>
            <p:ph type="subTitle" idx="1"/>
          </p:nvPr>
        </p:nvSpPr>
        <p:spPr>
          <a:xfrm>
            <a:off x="2647975" y="2763850"/>
            <a:ext cx="3848100" cy="784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33CCFF"/>
              </a:buClr>
              <a:buSzPts val="1800"/>
              <a:buNone/>
              <a:defRPr sz="1800">
                <a:solidFill>
                  <a:srgbClr val="33CCFF"/>
                </a:solidFill>
              </a:defRPr>
            </a:lvl1pPr>
            <a:lvl2pPr lvl="1" algn="ctr">
              <a:lnSpc>
                <a:spcPct val="100000"/>
              </a:lnSpc>
              <a:spcBef>
                <a:spcPts val="0"/>
              </a:spcBef>
              <a:spcAft>
                <a:spcPts val="0"/>
              </a:spcAft>
              <a:buClr>
                <a:srgbClr val="33CCFF"/>
              </a:buClr>
              <a:buSzPts val="1800"/>
              <a:buNone/>
              <a:defRPr sz="1800">
                <a:solidFill>
                  <a:srgbClr val="33CCFF"/>
                </a:solidFill>
              </a:defRPr>
            </a:lvl2pPr>
            <a:lvl3pPr lvl="2" algn="ctr">
              <a:lnSpc>
                <a:spcPct val="100000"/>
              </a:lnSpc>
              <a:spcBef>
                <a:spcPts val="0"/>
              </a:spcBef>
              <a:spcAft>
                <a:spcPts val="0"/>
              </a:spcAft>
              <a:buClr>
                <a:srgbClr val="33CCFF"/>
              </a:buClr>
              <a:buSzPts val="1800"/>
              <a:buNone/>
              <a:defRPr sz="1800">
                <a:solidFill>
                  <a:srgbClr val="33CCFF"/>
                </a:solidFill>
              </a:defRPr>
            </a:lvl3pPr>
            <a:lvl4pPr lvl="3" algn="ctr">
              <a:lnSpc>
                <a:spcPct val="100000"/>
              </a:lnSpc>
              <a:spcBef>
                <a:spcPts val="0"/>
              </a:spcBef>
              <a:spcAft>
                <a:spcPts val="0"/>
              </a:spcAft>
              <a:buClr>
                <a:srgbClr val="33CCFF"/>
              </a:buClr>
              <a:buSzPts val="1800"/>
              <a:buNone/>
              <a:defRPr sz="1800">
                <a:solidFill>
                  <a:srgbClr val="33CCFF"/>
                </a:solidFill>
              </a:defRPr>
            </a:lvl4pPr>
            <a:lvl5pPr lvl="4" algn="ctr">
              <a:lnSpc>
                <a:spcPct val="100000"/>
              </a:lnSpc>
              <a:spcBef>
                <a:spcPts val="0"/>
              </a:spcBef>
              <a:spcAft>
                <a:spcPts val="0"/>
              </a:spcAft>
              <a:buClr>
                <a:srgbClr val="33CCFF"/>
              </a:buClr>
              <a:buSzPts val="1800"/>
              <a:buNone/>
              <a:defRPr sz="1800">
                <a:solidFill>
                  <a:srgbClr val="33CCFF"/>
                </a:solidFill>
              </a:defRPr>
            </a:lvl5pPr>
            <a:lvl6pPr lvl="5" algn="ctr">
              <a:lnSpc>
                <a:spcPct val="100000"/>
              </a:lnSpc>
              <a:spcBef>
                <a:spcPts val="0"/>
              </a:spcBef>
              <a:spcAft>
                <a:spcPts val="0"/>
              </a:spcAft>
              <a:buClr>
                <a:srgbClr val="33CCFF"/>
              </a:buClr>
              <a:buSzPts val="1800"/>
              <a:buNone/>
              <a:defRPr sz="1800">
                <a:solidFill>
                  <a:srgbClr val="33CCFF"/>
                </a:solidFill>
              </a:defRPr>
            </a:lvl6pPr>
            <a:lvl7pPr lvl="6" algn="ctr">
              <a:lnSpc>
                <a:spcPct val="100000"/>
              </a:lnSpc>
              <a:spcBef>
                <a:spcPts val="0"/>
              </a:spcBef>
              <a:spcAft>
                <a:spcPts val="0"/>
              </a:spcAft>
              <a:buClr>
                <a:srgbClr val="33CCFF"/>
              </a:buClr>
              <a:buSzPts val="1800"/>
              <a:buNone/>
              <a:defRPr sz="1800">
                <a:solidFill>
                  <a:srgbClr val="33CCFF"/>
                </a:solidFill>
              </a:defRPr>
            </a:lvl7pPr>
            <a:lvl8pPr lvl="7" algn="ctr">
              <a:lnSpc>
                <a:spcPct val="100000"/>
              </a:lnSpc>
              <a:spcBef>
                <a:spcPts val="0"/>
              </a:spcBef>
              <a:spcAft>
                <a:spcPts val="0"/>
              </a:spcAft>
              <a:buClr>
                <a:srgbClr val="33CCFF"/>
              </a:buClr>
              <a:buSzPts val="1800"/>
              <a:buNone/>
              <a:defRPr sz="1800">
                <a:solidFill>
                  <a:srgbClr val="33CCFF"/>
                </a:solidFill>
              </a:defRPr>
            </a:lvl8pPr>
            <a:lvl9pPr lvl="8" algn="ctr">
              <a:lnSpc>
                <a:spcPct val="100000"/>
              </a:lnSpc>
              <a:spcBef>
                <a:spcPts val="0"/>
              </a:spcBef>
              <a:spcAft>
                <a:spcPts val="0"/>
              </a:spcAft>
              <a:buClr>
                <a:srgbClr val="33CCFF"/>
              </a:buClr>
              <a:buSzPts val="1800"/>
              <a:buNone/>
              <a:defRPr sz="1800">
                <a:solidFill>
                  <a:srgbClr val="33CCFF"/>
                </a:solidFill>
              </a:defRPr>
            </a:lvl9pPr>
          </a:lstStyle>
          <a:p>
            <a:endParaRPr/>
          </a:p>
        </p:txBody>
      </p:sp>
      <p:sp>
        <p:nvSpPr>
          <p:cNvPr id="55" name="Google Shape;55;p85"/>
          <p:cNvSpPr/>
          <p:nvPr/>
        </p:nvSpPr>
        <p:spPr>
          <a:xfrm rot="5400000" flipH="1">
            <a:off x="6177275" y="-42338"/>
            <a:ext cx="3688200" cy="2246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56" name="Google Shape;56;p85"/>
          <p:cNvSpPr/>
          <p:nvPr/>
        </p:nvSpPr>
        <p:spPr>
          <a:xfrm rot="5400000" flipH="1">
            <a:off x="-698074" y="3247200"/>
            <a:ext cx="3573900" cy="21771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57" name="Google Shape;57;p85"/>
          <p:cNvSpPr/>
          <p:nvPr/>
        </p:nvSpPr>
        <p:spPr>
          <a:xfrm rot="-5400000" flipH="1">
            <a:off x="-428544" y="2831032"/>
            <a:ext cx="2195100" cy="13380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58" name="Google Shape;58;p85"/>
          <p:cNvSpPr/>
          <p:nvPr/>
        </p:nvSpPr>
        <p:spPr>
          <a:xfrm rot="-5400000" flipH="1">
            <a:off x="563748" y="2068298"/>
            <a:ext cx="1518900" cy="9255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59" name="Google Shape;59;p85"/>
          <p:cNvSpPr/>
          <p:nvPr/>
        </p:nvSpPr>
        <p:spPr>
          <a:xfrm rot="5400000">
            <a:off x="-253698" y="2260564"/>
            <a:ext cx="1297200" cy="7899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0" name="Google Shape;60;p85"/>
          <p:cNvSpPr/>
          <p:nvPr/>
        </p:nvSpPr>
        <p:spPr>
          <a:xfrm rot="-5400000">
            <a:off x="-192598" y="1950593"/>
            <a:ext cx="985800" cy="6006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1" name="Google Shape;61;p85"/>
          <p:cNvSpPr/>
          <p:nvPr/>
        </p:nvSpPr>
        <p:spPr>
          <a:xfrm rot="5400000" flipH="1">
            <a:off x="7217675" y="1270025"/>
            <a:ext cx="2394600" cy="14589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2" name="Google Shape;62;p85"/>
          <p:cNvSpPr/>
          <p:nvPr/>
        </p:nvSpPr>
        <p:spPr>
          <a:xfrm rot="-5400000">
            <a:off x="7922499" y="2744289"/>
            <a:ext cx="1518600" cy="9255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3" name="Google Shape;63;p85"/>
          <p:cNvSpPr/>
          <p:nvPr/>
        </p:nvSpPr>
        <p:spPr>
          <a:xfrm rot="-5400000" flipH="1">
            <a:off x="7315902" y="2802275"/>
            <a:ext cx="1027800" cy="6261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4" name="Google Shape;64;p85"/>
          <p:cNvSpPr/>
          <p:nvPr/>
        </p:nvSpPr>
        <p:spPr>
          <a:xfrm rot="-5400000" flipH="1">
            <a:off x="6337825" y="578875"/>
            <a:ext cx="1520100" cy="9261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Tree>
  </p:cSld>
  <p:clrMapOvr>
    <a:masterClrMapping/>
  </p:clrMapOvr>
  <p:transition>
    <p:fade thruBlk="1"/>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Quote">
  <p:cSld name="TITLE_1_1">
    <p:spTree>
      <p:nvGrpSpPr>
        <p:cNvPr id="1" name="Shape 65"/>
        <p:cNvGrpSpPr/>
        <p:nvPr/>
      </p:nvGrpSpPr>
      <p:grpSpPr>
        <a:xfrm>
          <a:off x="0" y="0"/>
          <a:ext cx="0" cy="0"/>
          <a:chOff x="0" y="0"/>
          <a:chExt cx="0" cy="0"/>
        </a:xfrm>
      </p:grpSpPr>
      <p:sp>
        <p:nvSpPr>
          <p:cNvPr id="66" name="Google Shape;66;p86"/>
          <p:cNvSpPr txBox="1">
            <a:spLocks noGrp="1"/>
          </p:cNvSpPr>
          <p:nvPr>
            <p:ph type="body" idx="1"/>
          </p:nvPr>
        </p:nvSpPr>
        <p:spPr>
          <a:xfrm>
            <a:off x="2225675" y="2161800"/>
            <a:ext cx="4692600" cy="819900"/>
          </a:xfrm>
          <a:prstGeom prst="rect">
            <a:avLst/>
          </a:prstGeom>
          <a:noFill/>
          <a:ln>
            <a:noFill/>
          </a:ln>
        </p:spPr>
        <p:txBody>
          <a:bodyPr spcFirstLastPara="1" wrap="square" lIns="91425" tIns="91425" rIns="91425" bIns="91425" anchor="ctr" anchorCtr="0">
            <a:noAutofit/>
          </a:bodyPr>
          <a:lstStyle>
            <a:lvl1pPr marL="457200" lvl="0" indent="-381000" algn="ctr">
              <a:lnSpc>
                <a:spcPct val="100000"/>
              </a:lnSpc>
              <a:spcBef>
                <a:spcPts val="600"/>
              </a:spcBef>
              <a:spcAft>
                <a:spcPts val="0"/>
              </a:spcAft>
              <a:buSzPts val="2400"/>
              <a:buChar char="›"/>
              <a:defRPr b="1" i="1"/>
            </a:lvl1pPr>
            <a:lvl2pPr marL="914400" lvl="1" indent="-381000" algn="ctr">
              <a:lnSpc>
                <a:spcPct val="100000"/>
              </a:lnSpc>
              <a:spcBef>
                <a:spcPts val="0"/>
              </a:spcBef>
              <a:spcAft>
                <a:spcPts val="0"/>
              </a:spcAft>
              <a:buSzPts val="2400"/>
              <a:buChar char="›"/>
              <a:defRPr b="1" i="1"/>
            </a:lvl2pPr>
            <a:lvl3pPr marL="1371600" lvl="2" indent="-381000" algn="ctr">
              <a:lnSpc>
                <a:spcPct val="100000"/>
              </a:lnSpc>
              <a:spcBef>
                <a:spcPts val="0"/>
              </a:spcBef>
              <a:spcAft>
                <a:spcPts val="0"/>
              </a:spcAft>
              <a:buSzPts val="2400"/>
              <a:buChar char="›"/>
              <a:defRPr b="1" i="1"/>
            </a:lvl3pPr>
            <a:lvl4pPr marL="1828800" lvl="3" indent="-381000" algn="ctr">
              <a:lnSpc>
                <a:spcPct val="100000"/>
              </a:lnSpc>
              <a:spcBef>
                <a:spcPts val="0"/>
              </a:spcBef>
              <a:spcAft>
                <a:spcPts val="0"/>
              </a:spcAft>
              <a:buSzPts val="2400"/>
              <a:buChar char="›"/>
              <a:defRPr b="1" i="1"/>
            </a:lvl4pPr>
            <a:lvl5pPr marL="2286000" lvl="4" indent="-381000" algn="ctr">
              <a:lnSpc>
                <a:spcPct val="100000"/>
              </a:lnSpc>
              <a:spcBef>
                <a:spcPts val="0"/>
              </a:spcBef>
              <a:spcAft>
                <a:spcPts val="0"/>
              </a:spcAft>
              <a:buSzPts val="2400"/>
              <a:buChar char="›"/>
              <a:defRPr b="1" i="1"/>
            </a:lvl5pPr>
            <a:lvl6pPr marL="2743200" lvl="5" indent="-381000" algn="ctr">
              <a:lnSpc>
                <a:spcPct val="100000"/>
              </a:lnSpc>
              <a:spcBef>
                <a:spcPts val="0"/>
              </a:spcBef>
              <a:spcAft>
                <a:spcPts val="0"/>
              </a:spcAft>
              <a:buSzPts val="2400"/>
              <a:buChar char="›"/>
              <a:defRPr b="1" i="1"/>
            </a:lvl6pPr>
            <a:lvl7pPr marL="3200400" lvl="6" indent="-381000" algn="ctr">
              <a:lnSpc>
                <a:spcPct val="100000"/>
              </a:lnSpc>
              <a:spcBef>
                <a:spcPts val="0"/>
              </a:spcBef>
              <a:spcAft>
                <a:spcPts val="0"/>
              </a:spcAft>
              <a:buSzPts val="2400"/>
              <a:buChar char="›"/>
              <a:defRPr b="1" i="1"/>
            </a:lvl7pPr>
            <a:lvl8pPr marL="3657600" lvl="7" indent="-381000" algn="ctr">
              <a:lnSpc>
                <a:spcPct val="100000"/>
              </a:lnSpc>
              <a:spcBef>
                <a:spcPts val="0"/>
              </a:spcBef>
              <a:spcAft>
                <a:spcPts val="0"/>
              </a:spcAft>
              <a:buSzPts val="2400"/>
              <a:buChar char="›"/>
              <a:defRPr b="1" i="1"/>
            </a:lvl8pPr>
            <a:lvl9pPr marL="4114800" lvl="8" indent="-381000" algn="ctr">
              <a:lnSpc>
                <a:spcPct val="100000"/>
              </a:lnSpc>
              <a:spcBef>
                <a:spcPts val="0"/>
              </a:spcBef>
              <a:spcAft>
                <a:spcPts val="0"/>
              </a:spcAft>
              <a:buSzPts val="2400"/>
              <a:buChar char="»"/>
              <a:defRPr b="1" i="1"/>
            </a:lvl9pPr>
          </a:lstStyle>
          <a:p>
            <a:endParaRPr/>
          </a:p>
        </p:txBody>
      </p:sp>
      <p:grpSp>
        <p:nvGrpSpPr>
          <p:cNvPr id="67" name="Google Shape;67;p86"/>
          <p:cNvGrpSpPr/>
          <p:nvPr/>
        </p:nvGrpSpPr>
        <p:grpSpPr>
          <a:xfrm>
            <a:off x="7395202" y="-6"/>
            <a:ext cx="1748885" cy="4013021"/>
            <a:chOff x="7395202" y="-6"/>
            <a:chExt cx="1748885" cy="4013021"/>
          </a:xfrm>
        </p:grpSpPr>
        <p:sp>
          <p:nvSpPr>
            <p:cNvPr id="68" name="Google Shape;68;p86"/>
            <p:cNvSpPr/>
            <p:nvPr/>
          </p:nvSpPr>
          <p:spPr>
            <a:xfrm rot="5400000" flipH="1">
              <a:off x="7471942" y="406044"/>
              <a:ext cx="2078100" cy="12660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69" name="Google Shape;69;p86"/>
            <p:cNvSpPr/>
            <p:nvPr/>
          </p:nvSpPr>
          <p:spPr>
            <a:xfrm rot="5400000" flipH="1">
              <a:off x="7072800" y="1666234"/>
              <a:ext cx="2574300" cy="1568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0" name="Google Shape;70;p86"/>
            <p:cNvSpPr/>
            <p:nvPr/>
          </p:nvSpPr>
          <p:spPr>
            <a:xfrm rot="-5400000">
              <a:off x="8020587" y="2718092"/>
              <a:ext cx="1396200" cy="8508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1" name="Google Shape;71;p86"/>
            <p:cNvSpPr/>
            <p:nvPr/>
          </p:nvSpPr>
          <p:spPr>
            <a:xfrm rot="-5400000">
              <a:off x="7178152" y="542730"/>
              <a:ext cx="1110900" cy="6768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2" name="Google Shape;72;p86"/>
            <p:cNvSpPr/>
            <p:nvPr/>
          </p:nvSpPr>
          <p:spPr>
            <a:xfrm rot="-5400000" flipH="1">
              <a:off x="8242801" y="3381815"/>
              <a:ext cx="784500" cy="4779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sp>
        <p:nvSpPr>
          <p:cNvPr id="73" name="Google Shape;73;p86"/>
          <p:cNvSpPr/>
          <p:nvPr/>
        </p:nvSpPr>
        <p:spPr>
          <a:xfrm rot="5400000" flipH="1">
            <a:off x="-479615" y="1845054"/>
            <a:ext cx="2455200" cy="14958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4" name="Google Shape;74;p86"/>
          <p:cNvSpPr/>
          <p:nvPr/>
        </p:nvSpPr>
        <p:spPr>
          <a:xfrm rot="5400000">
            <a:off x="-262152" y="1526813"/>
            <a:ext cx="1340700" cy="8163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5" name="Google Shape;75;p86"/>
          <p:cNvSpPr/>
          <p:nvPr/>
        </p:nvSpPr>
        <p:spPr>
          <a:xfrm rot="-5400000" flipH="1">
            <a:off x="-358985" y="3663619"/>
            <a:ext cx="1838515" cy="1120555"/>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6" name="Google Shape;76;p86"/>
          <p:cNvSpPr/>
          <p:nvPr/>
        </p:nvSpPr>
        <p:spPr>
          <a:xfrm rot="-5400000">
            <a:off x="-199052" y="1206482"/>
            <a:ext cx="1018800" cy="6207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7" name="Google Shape;77;p86"/>
          <p:cNvSpPr/>
          <p:nvPr/>
        </p:nvSpPr>
        <p:spPr>
          <a:xfrm rot="-5400000" flipH="1">
            <a:off x="472234" y="3024661"/>
            <a:ext cx="1272000" cy="7752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78" name="Google Shape;78;p86"/>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p:fade thruBlk="1"/>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 1 column" type="tx">
  <p:cSld name="TITLE_AND_BODY">
    <p:spTree>
      <p:nvGrpSpPr>
        <p:cNvPr id="1" name="Shape 79"/>
        <p:cNvGrpSpPr/>
        <p:nvPr/>
      </p:nvGrpSpPr>
      <p:grpSpPr>
        <a:xfrm>
          <a:off x="0" y="0"/>
          <a:ext cx="0" cy="0"/>
          <a:chOff x="0" y="0"/>
          <a:chExt cx="0" cy="0"/>
        </a:xfrm>
      </p:grpSpPr>
      <p:sp>
        <p:nvSpPr>
          <p:cNvPr id="80" name="Google Shape;80;p87"/>
          <p:cNvSpPr txBox="1">
            <a:spLocks noGrp="1"/>
          </p:cNvSpPr>
          <p:nvPr>
            <p:ph type="title"/>
          </p:nvPr>
        </p:nvSpPr>
        <p:spPr>
          <a:xfrm>
            <a:off x="1067088" y="912850"/>
            <a:ext cx="5972100" cy="6360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81" name="Google Shape;81;p87"/>
          <p:cNvSpPr txBox="1">
            <a:spLocks noGrp="1"/>
          </p:cNvSpPr>
          <p:nvPr>
            <p:ph type="body" idx="1"/>
          </p:nvPr>
        </p:nvSpPr>
        <p:spPr>
          <a:xfrm>
            <a:off x="1067088" y="1650548"/>
            <a:ext cx="5972100" cy="2764500"/>
          </a:xfrm>
          <a:prstGeom prst="rect">
            <a:avLst/>
          </a:prstGeom>
          <a:noFill/>
          <a:ln>
            <a:noFill/>
          </a:ln>
        </p:spPr>
        <p:txBody>
          <a:bodyPr spcFirstLastPara="1" wrap="square" lIns="91425" tIns="91425" rIns="91425" bIns="91425" anchor="t" anchorCtr="0">
            <a:noAutofit/>
          </a:bodyPr>
          <a:lstStyle>
            <a:lvl1pPr marL="457200" lvl="0" indent="-381000" algn="l">
              <a:lnSpc>
                <a:spcPct val="100000"/>
              </a:lnSpc>
              <a:spcBef>
                <a:spcPts val="600"/>
              </a:spcBef>
              <a:spcAft>
                <a:spcPts val="0"/>
              </a:spcAft>
              <a:buSzPts val="2400"/>
              <a:buChar char="›"/>
              <a:defRPr/>
            </a:lvl1pPr>
            <a:lvl2pPr marL="914400" lvl="1" indent="-381000" algn="l">
              <a:lnSpc>
                <a:spcPct val="100000"/>
              </a:lnSpc>
              <a:spcBef>
                <a:spcPts val="0"/>
              </a:spcBef>
              <a:spcAft>
                <a:spcPts val="0"/>
              </a:spcAft>
              <a:buSzPts val="2400"/>
              <a:buChar char="›"/>
              <a:defRPr/>
            </a:lvl2pPr>
            <a:lvl3pPr marL="1371600" lvl="2" indent="-381000" algn="l">
              <a:lnSpc>
                <a:spcPct val="100000"/>
              </a:lnSpc>
              <a:spcBef>
                <a:spcPts val="0"/>
              </a:spcBef>
              <a:spcAft>
                <a:spcPts val="0"/>
              </a:spcAft>
              <a:buSzPts val="2400"/>
              <a:buChar char="›"/>
              <a:defRPr/>
            </a:lvl3pPr>
            <a:lvl4pPr marL="1828800" lvl="3" indent="-381000" algn="l">
              <a:lnSpc>
                <a:spcPct val="100000"/>
              </a:lnSpc>
              <a:spcBef>
                <a:spcPts val="0"/>
              </a:spcBef>
              <a:spcAft>
                <a:spcPts val="0"/>
              </a:spcAft>
              <a:buSzPts val="2400"/>
              <a:buChar char="›"/>
              <a:defRPr/>
            </a:lvl4pPr>
            <a:lvl5pPr marL="2286000" lvl="4" indent="-381000" algn="l">
              <a:lnSpc>
                <a:spcPct val="100000"/>
              </a:lnSpc>
              <a:spcBef>
                <a:spcPts val="0"/>
              </a:spcBef>
              <a:spcAft>
                <a:spcPts val="0"/>
              </a:spcAft>
              <a:buSzPts val="2400"/>
              <a:buChar char="›"/>
              <a:defRPr/>
            </a:lvl5pPr>
            <a:lvl6pPr marL="2743200" lvl="5" indent="-381000" algn="l">
              <a:lnSpc>
                <a:spcPct val="100000"/>
              </a:lnSpc>
              <a:spcBef>
                <a:spcPts val="0"/>
              </a:spcBef>
              <a:spcAft>
                <a:spcPts val="0"/>
              </a:spcAft>
              <a:buSzPts val="2400"/>
              <a:buChar char="›"/>
              <a:defRPr/>
            </a:lvl6pPr>
            <a:lvl7pPr marL="3200400" lvl="6" indent="-381000" algn="l">
              <a:lnSpc>
                <a:spcPct val="100000"/>
              </a:lnSpc>
              <a:spcBef>
                <a:spcPts val="0"/>
              </a:spcBef>
              <a:spcAft>
                <a:spcPts val="0"/>
              </a:spcAft>
              <a:buSzPts val="2400"/>
              <a:buChar char="›"/>
              <a:defRPr/>
            </a:lvl7pPr>
            <a:lvl8pPr marL="3657600" lvl="7" indent="-381000" algn="l">
              <a:lnSpc>
                <a:spcPct val="100000"/>
              </a:lnSpc>
              <a:spcBef>
                <a:spcPts val="0"/>
              </a:spcBef>
              <a:spcAft>
                <a:spcPts val="0"/>
              </a:spcAft>
              <a:buSzPts val="2400"/>
              <a:buChar char="›"/>
              <a:defRPr/>
            </a:lvl8pPr>
            <a:lvl9pPr marL="4114800" lvl="8" indent="-381000" algn="l">
              <a:lnSpc>
                <a:spcPct val="100000"/>
              </a:lnSpc>
              <a:spcBef>
                <a:spcPts val="0"/>
              </a:spcBef>
              <a:spcAft>
                <a:spcPts val="0"/>
              </a:spcAft>
              <a:buSzPts val="2400"/>
              <a:buChar char="»"/>
              <a:defRPr/>
            </a:lvl9pPr>
          </a:lstStyle>
          <a:p>
            <a:endParaRPr/>
          </a:p>
        </p:txBody>
      </p:sp>
      <p:grpSp>
        <p:nvGrpSpPr>
          <p:cNvPr id="82" name="Google Shape;82;p87"/>
          <p:cNvGrpSpPr/>
          <p:nvPr/>
        </p:nvGrpSpPr>
        <p:grpSpPr>
          <a:xfrm>
            <a:off x="7395202" y="-6"/>
            <a:ext cx="1748885" cy="4013021"/>
            <a:chOff x="7395202" y="-6"/>
            <a:chExt cx="1748885" cy="4013021"/>
          </a:xfrm>
        </p:grpSpPr>
        <p:sp>
          <p:nvSpPr>
            <p:cNvPr id="83" name="Google Shape;83;p87"/>
            <p:cNvSpPr/>
            <p:nvPr/>
          </p:nvSpPr>
          <p:spPr>
            <a:xfrm rot="5400000" flipH="1">
              <a:off x="7471942" y="406044"/>
              <a:ext cx="2078100" cy="12660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84" name="Google Shape;84;p87"/>
            <p:cNvSpPr/>
            <p:nvPr/>
          </p:nvSpPr>
          <p:spPr>
            <a:xfrm rot="5400000" flipH="1">
              <a:off x="7072800" y="1666234"/>
              <a:ext cx="2574300" cy="1568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85" name="Google Shape;85;p87"/>
            <p:cNvSpPr/>
            <p:nvPr/>
          </p:nvSpPr>
          <p:spPr>
            <a:xfrm rot="-5400000">
              <a:off x="8020587" y="2718092"/>
              <a:ext cx="1396200" cy="8508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86" name="Google Shape;86;p87"/>
            <p:cNvSpPr/>
            <p:nvPr/>
          </p:nvSpPr>
          <p:spPr>
            <a:xfrm rot="-5400000">
              <a:off x="7178152" y="542730"/>
              <a:ext cx="1110900" cy="6768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87" name="Google Shape;87;p87"/>
            <p:cNvSpPr/>
            <p:nvPr/>
          </p:nvSpPr>
          <p:spPr>
            <a:xfrm rot="-5400000" flipH="1">
              <a:off x="8242801" y="3381815"/>
              <a:ext cx="784500" cy="4779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grpSp>
        <p:nvGrpSpPr>
          <p:cNvPr id="88" name="Google Shape;88;p87"/>
          <p:cNvGrpSpPr/>
          <p:nvPr/>
        </p:nvGrpSpPr>
        <p:grpSpPr>
          <a:xfrm>
            <a:off x="3" y="2738679"/>
            <a:ext cx="722480" cy="2404814"/>
            <a:chOff x="3" y="2750304"/>
            <a:chExt cx="722480" cy="2404814"/>
          </a:xfrm>
        </p:grpSpPr>
        <p:sp>
          <p:nvSpPr>
            <p:cNvPr id="89" name="Google Shape;89;p87"/>
            <p:cNvSpPr/>
            <p:nvPr/>
          </p:nvSpPr>
          <p:spPr>
            <a:xfrm rot="5400000" flipH="1">
              <a:off x="-231667" y="3341328"/>
              <a:ext cx="1185900" cy="7224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0" name="Google Shape;90;p87"/>
            <p:cNvSpPr/>
            <p:nvPr/>
          </p:nvSpPr>
          <p:spPr>
            <a:xfrm rot="5400000">
              <a:off x="-158106" y="3063820"/>
              <a:ext cx="808800" cy="4923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1" name="Google Shape;91;p87"/>
            <p:cNvSpPr/>
            <p:nvPr/>
          </p:nvSpPr>
          <p:spPr>
            <a:xfrm rot="-5400000" flipH="1">
              <a:off x="-173395" y="4440518"/>
              <a:ext cx="888000" cy="5412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2" name="Google Shape;92;p87"/>
            <p:cNvSpPr/>
            <p:nvPr/>
          </p:nvSpPr>
          <p:spPr>
            <a:xfrm rot="-5400000">
              <a:off x="-120147" y="2870454"/>
              <a:ext cx="614700" cy="3744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3" name="Google Shape;93;p87"/>
            <p:cNvSpPr/>
            <p:nvPr/>
          </p:nvSpPr>
          <p:spPr>
            <a:xfrm rot="-5400000" flipH="1">
              <a:off x="228056" y="4058304"/>
              <a:ext cx="614400" cy="3744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sp>
        <p:nvSpPr>
          <p:cNvPr id="94" name="Google Shape;94;p87"/>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p:fade thruBlk="1"/>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big">
  <p:cSld name="BLANK_1">
    <p:spTree>
      <p:nvGrpSpPr>
        <p:cNvPr id="1" name="Shape 95"/>
        <p:cNvGrpSpPr/>
        <p:nvPr/>
      </p:nvGrpSpPr>
      <p:grpSpPr>
        <a:xfrm>
          <a:off x="0" y="0"/>
          <a:ext cx="0" cy="0"/>
          <a:chOff x="0" y="0"/>
          <a:chExt cx="0" cy="0"/>
        </a:xfrm>
      </p:grpSpPr>
      <p:grpSp>
        <p:nvGrpSpPr>
          <p:cNvPr id="96" name="Google Shape;96;p88"/>
          <p:cNvGrpSpPr/>
          <p:nvPr/>
        </p:nvGrpSpPr>
        <p:grpSpPr>
          <a:xfrm>
            <a:off x="7395202" y="-6"/>
            <a:ext cx="1748885" cy="4013021"/>
            <a:chOff x="7395202" y="-6"/>
            <a:chExt cx="1748885" cy="4013021"/>
          </a:xfrm>
        </p:grpSpPr>
        <p:sp>
          <p:nvSpPr>
            <p:cNvPr id="97" name="Google Shape;97;p88"/>
            <p:cNvSpPr/>
            <p:nvPr/>
          </p:nvSpPr>
          <p:spPr>
            <a:xfrm rot="5400000" flipH="1">
              <a:off x="7471942" y="406044"/>
              <a:ext cx="2078100" cy="12660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8" name="Google Shape;98;p88"/>
            <p:cNvSpPr/>
            <p:nvPr/>
          </p:nvSpPr>
          <p:spPr>
            <a:xfrm rot="5400000" flipH="1">
              <a:off x="7072800" y="1666234"/>
              <a:ext cx="2574300" cy="15681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99" name="Google Shape;99;p88"/>
            <p:cNvSpPr/>
            <p:nvPr/>
          </p:nvSpPr>
          <p:spPr>
            <a:xfrm rot="-5400000">
              <a:off x="8020587" y="2718092"/>
              <a:ext cx="1396200" cy="8508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0" name="Google Shape;100;p88"/>
            <p:cNvSpPr/>
            <p:nvPr/>
          </p:nvSpPr>
          <p:spPr>
            <a:xfrm rot="-5400000">
              <a:off x="7178152" y="542730"/>
              <a:ext cx="1110900" cy="6768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1" name="Google Shape;101;p88"/>
            <p:cNvSpPr/>
            <p:nvPr/>
          </p:nvSpPr>
          <p:spPr>
            <a:xfrm rot="-5400000" flipH="1">
              <a:off x="8242801" y="3381815"/>
              <a:ext cx="784500" cy="4779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grpSp>
      <p:sp>
        <p:nvSpPr>
          <p:cNvPr id="102" name="Google Shape;102;p88"/>
          <p:cNvSpPr/>
          <p:nvPr/>
        </p:nvSpPr>
        <p:spPr>
          <a:xfrm rot="5400000" flipH="1">
            <a:off x="-479615" y="1845054"/>
            <a:ext cx="2455200" cy="1495800"/>
          </a:xfrm>
          <a:prstGeom prst="parallelogram">
            <a:avLst>
              <a:gd name="adj" fmla="val 81897"/>
            </a:avLst>
          </a:prstGeom>
          <a:gradFill>
            <a:gsLst>
              <a:gs pos="0">
                <a:srgbClr val="CC3399"/>
              </a:gs>
              <a:gs pos="100000">
                <a:srgbClr val="6699FF"/>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3" name="Google Shape;103;p88"/>
          <p:cNvSpPr/>
          <p:nvPr/>
        </p:nvSpPr>
        <p:spPr>
          <a:xfrm rot="5400000">
            <a:off x="-262152" y="1526813"/>
            <a:ext cx="1340700" cy="816300"/>
          </a:xfrm>
          <a:prstGeom prst="parallelogram">
            <a:avLst>
              <a:gd name="adj" fmla="val 81897"/>
            </a:avLst>
          </a:prstGeom>
          <a:gradFill>
            <a:gsLst>
              <a:gs pos="0">
                <a:srgbClr val="33CCCC"/>
              </a:gs>
              <a:gs pos="100000">
                <a:srgbClr val="66FF33"/>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4" name="Google Shape;104;p88"/>
          <p:cNvSpPr/>
          <p:nvPr/>
        </p:nvSpPr>
        <p:spPr>
          <a:xfrm rot="-5400000" flipH="1">
            <a:off x="-358955" y="3663589"/>
            <a:ext cx="1838400" cy="1120500"/>
          </a:xfrm>
          <a:prstGeom prst="parallelogram">
            <a:avLst>
              <a:gd name="adj" fmla="val 81897"/>
            </a:avLst>
          </a:prstGeom>
          <a:gradFill>
            <a:gsLst>
              <a:gs pos="0">
                <a:srgbClr val="FF0066"/>
              </a:gs>
              <a:gs pos="100000">
                <a:srgbClr val="FF9900"/>
              </a:gs>
            </a:gsLst>
            <a:lin ang="5400012"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5" name="Google Shape;105;p88"/>
          <p:cNvSpPr/>
          <p:nvPr/>
        </p:nvSpPr>
        <p:spPr>
          <a:xfrm rot="-5400000">
            <a:off x="-199052" y="1206482"/>
            <a:ext cx="1018800" cy="620700"/>
          </a:xfrm>
          <a:prstGeom prst="parallelogram">
            <a:avLst>
              <a:gd name="adj" fmla="val 81897"/>
            </a:avLst>
          </a:prstGeom>
          <a:solidFill>
            <a:srgbClr val="FFFFFF">
              <a:alpha val="1411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6" name="Google Shape;106;p88"/>
          <p:cNvSpPr/>
          <p:nvPr/>
        </p:nvSpPr>
        <p:spPr>
          <a:xfrm rot="-5400000" flipH="1">
            <a:off x="472234" y="3024661"/>
            <a:ext cx="1272000" cy="775200"/>
          </a:xfrm>
          <a:prstGeom prst="parallelogram">
            <a:avLst>
              <a:gd name="adj" fmla="val 81897"/>
            </a:avLst>
          </a:prstGeom>
          <a:solidFill>
            <a:srgbClr val="0066FF">
              <a:alpha val="2235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FFFF"/>
              </a:solidFill>
              <a:latin typeface="Calibri"/>
              <a:ea typeface="Calibri"/>
              <a:cs typeface="Calibri"/>
              <a:sym typeface="Calibri"/>
            </a:endParaRPr>
          </a:p>
        </p:txBody>
      </p:sp>
      <p:sp>
        <p:nvSpPr>
          <p:cNvPr id="107" name="Google Shape;107;p88"/>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p:fade thruBlk="1"/>
  </p:transition>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41F30"/>
        </a:solidFill>
        <a:effectLst/>
      </p:bgPr>
    </p:bg>
    <p:spTree>
      <p:nvGrpSpPr>
        <p:cNvPr id="1" name="Shape 5"/>
        <p:cNvGrpSpPr/>
        <p:nvPr/>
      </p:nvGrpSpPr>
      <p:grpSpPr>
        <a:xfrm>
          <a:off x="0" y="0"/>
          <a:ext cx="0" cy="0"/>
          <a:chOff x="0" y="0"/>
          <a:chExt cx="0" cy="0"/>
        </a:xfrm>
      </p:grpSpPr>
      <p:sp>
        <p:nvSpPr>
          <p:cNvPr id="6" name="Google Shape;6;p81"/>
          <p:cNvSpPr txBox="1">
            <a:spLocks noGrp="1"/>
          </p:cNvSpPr>
          <p:nvPr>
            <p:ph type="title"/>
          </p:nvPr>
        </p:nvSpPr>
        <p:spPr>
          <a:xfrm>
            <a:off x="1067088" y="912850"/>
            <a:ext cx="5972100" cy="6360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1pPr>
            <a:lvl2pPr marR="0" lvl="1"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2pPr>
            <a:lvl3pPr marR="0" lvl="2"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3pPr>
            <a:lvl4pPr marR="0" lvl="3"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4pPr>
            <a:lvl5pPr marR="0" lvl="4"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5pPr>
            <a:lvl6pPr marR="0" lvl="5"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6pPr>
            <a:lvl7pPr marR="0" lvl="6"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7pPr>
            <a:lvl8pPr marR="0" lvl="7"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8pPr>
            <a:lvl9pPr marR="0" lvl="8" algn="l" rtl="0">
              <a:lnSpc>
                <a:spcPct val="100000"/>
              </a:lnSpc>
              <a:spcBef>
                <a:spcPts val="0"/>
              </a:spcBef>
              <a:spcAft>
                <a:spcPts val="0"/>
              </a:spcAft>
              <a:buClr>
                <a:srgbClr val="FFFFFF"/>
              </a:buClr>
              <a:buSzPts val="3000"/>
              <a:buFont typeface="Hind"/>
              <a:buNone/>
              <a:defRPr sz="3000" b="1" i="0" u="none" strike="noStrike" cap="none">
                <a:solidFill>
                  <a:srgbClr val="FFFFFF"/>
                </a:solidFill>
                <a:latin typeface="Hind"/>
                <a:ea typeface="Hind"/>
                <a:cs typeface="Hind"/>
                <a:sym typeface="Hind"/>
              </a:defRPr>
            </a:lvl9pPr>
          </a:lstStyle>
          <a:p>
            <a:endParaRPr/>
          </a:p>
        </p:txBody>
      </p:sp>
      <p:sp>
        <p:nvSpPr>
          <p:cNvPr id="7" name="Google Shape;7;p81"/>
          <p:cNvSpPr txBox="1">
            <a:spLocks noGrp="1"/>
          </p:cNvSpPr>
          <p:nvPr>
            <p:ph type="body" idx="1"/>
          </p:nvPr>
        </p:nvSpPr>
        <p:spPr>
          <a:xfrm>
            <a:off x="1067088" y="1650548"/>
            <a:ext cx="5972100" cy="2764500"/>
          </a:xfrm>
          <a:prstGeom prst="rect">
            <a:avLst/>
          </a:prstGeom>
          <a:noFill/>
          <a:ln>
            <a:noFill/>
          </a:ln>
        </p:spPr>
        <p:txBody>
          <a:bodyPr spcFirstLastPara="1" wrap="square" lIns="91425" tIns="91425" rIns="91425" bIns="91425" anchor="t" anchorCtr="0">
            <a:noAutofit/>
          </a:bodyPr>
          <a:lstStyle>
            <a:lvl1pPr marL="457200" marR="0" lvl="0" indent="-381000" algn="l" rtl="0">
              <a:lnSpc>
                <a:spcPct val="100000"/>
              </a:lnSpc>
              <a:spcBef>
                <a:spcPts val="60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1pPr>
            <a:lvl2pPr marL="914400" marR="0" lvl="1"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2pPr>
            <a:lvl3pPr marL="1371600" marR="0" lvl="2"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3pPr>
            <a:lvl4pPr marL="1828800" marR="0" lvl="3"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4pPr>
            <a:lvl5pPr marL="2286000" marR="0" lvl="4"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5pPr>
            <a:lvl6pPr marL="2743200" marR="0" lvl="5"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6pPr>
            <a:lvl7pPr marL="3200400" marR="0" lvl="6"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7pPr>
            <a:lvl8pPr marL="3657600" marR="0" lvl="7"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8pPr>
            <a:lvl9pPr marL="4114800" marR="0" lvl="8" indent="-381000" algn="l" rtl="0">
              <a:lnSpc>
                <a:spcPct val="100000"/>
              </a:lnSpc>
              <a:spcBef>
                <a:spcPts val="0"/>
              </a:spcBef>
              <a:spcAft>
                <a:spcPts val="0"/>
              </a:spcAft>
              <a:buClr>
                <a:srgbClr val="1C4587"/>
              </a:buClr>
              <a:buSzPts val="2400"/>
              <a:buFont typeface="Hind"/>
              <a:buChar char="»"/>
              <a:defRPr sz="2400" b="0" i="0" u="none" strike="noStrike" cap="none">
                <a:solidFill>
                  <a:srgbClr val="FFFFFF"/>
                </a:solidFill>
                <a:latin typeface="Hind"/>
                <a:ea typeface="Hind"/>
                <a:cs typeface="Hind"/>
                <a:sym typeface="Hind"/>
              </a:defRPr>
            </a:lvl9pPr>
          </a:lstStyle>
          <a:p>
            <a:endParaRPr/>
          </a:p>
        </p:txBody>
      </p:sp>
      <p:sp>
        <p:nvSpPr>
          <p:cNvPr id="8" name="Google Shape;8;p81"/>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lvl1pPr marL="0" marR="0" lvl="0"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1pPr>
            <a:lvl2pPr marL="0" marR="0" lvl="1"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2pPr>
            <a:lvl3pPr marL="0" marR="0" lvl="2"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3pPr>
            <a:lvl4pPr marL="0" marR="0" lvl="3"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4pPr>
            <a:lvl5pPr marL="0" marR="0" lvl="4"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5pPr>
            <a:lvl6pPr marL="0" marR="0" lvl="5"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6pPr>
            <a:lvl7pPr marL="0" marR="0" lvl="6"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7pPr>
            <a:lvl8pPr marL="0" marR="0" lvl="7"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8pPr>
            <a:lvl9pPr marL="0" marR="0" lvl="8" indent="0" algn="r" rtl="0">
              <a:lnSpc>
                <a:spcPct val="100000"/>
              </a:lnSpc>
              <a:spcBef>
                <a:spcPts val="0"/>
              </a:spcBef>
              <a:spcAft>
                <a:spcPts val="0"/>
              </a:spcAft>
              <a:buClr>
                <a:srgbClr val="000000"/>
              </a:buClr>
              <a:buSzPts val="1100"/>
              <a:buFont typeface="Arial"/>
              <a:buNone/>
              <a:defRPr sz="1100" b="0" i="0" u="none" strike="noStrike" cap="none">
                <a:solidFill>
                  <a:srgbClr val="FFFFFF"/>
                </a:solidFill>
                <a:latin typeface="Hind"/>
                <a:ea typeface="Hind"/>
                <a:cs typeface="Hind"/>
                <a:sym typeface="Hind"/>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4"/>
          <p:cNvSpPr txBox="1">
            <a:spLocks noGrp="1"/>
          </p:cNvSpPr>
          <p:nvPr>
            <p:ph type="ctrTitle" idx="4294967295"/>
          </p:nvPr>
        </p:nvSpPr>
        <p:spPr>
          <a:xfrm>
            <a:off x="-143150" y="1709800"/>
            <a:ext cx="9425700" cy="1370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3600" b="1" i="0" u="none" strike="noStrike" cap="none">
                <a:solidFill>
                  <a:schemeClr val="accent6"/>
                </a:solidFill>
                <a:latin typeface="Times New Roman"/>
                <a:ea typeface="Times New Roman"/>
                <a:cs typeface="Times New Roman"/>
                <a:sym typeface="Times New Roman"/>
              </a:rPr>
              <a:t>CHÀO MỪNG</a:t>
            </a:r>
            <a:br>
              <a:rPr lang="en-US" sz="3600" b="1" i="0" u="none" strike="noStrike" cap="none">
                <a:solidFill>
                  <a:schemeClr val="accent6"/>
                </a:solidFill>
                <a:latin typeface="Times New Roman"/>
                <a:ea typeface="Times New Roman"/>
                <a:cs typeface="Times New Roman"/>
                <a:sym typeface="Times New Roman"/>
              </a:rPr>
            </a:br>
            <a:r>
              <a:rPr lang="en-US" sz="3600" b="1" i="0" u="none" strike="noStrike" cap="none">
                <a:solidFill>
                  <a:schemeClr val="accent6"/>
                </a:solidFill>
                <a:latin typeface="Times New Roman"/>
                <a:ea typeface="Times New Roman"/>
                <a:cs typeface="Times New Roman"/>
                <a:sym typeface="Times New Roman"/>
              </a:rPr>
              <a:t> QUÝ </a:t>
            </a:r>
            <a:r>
              <a:rPr lang="en-US" sz="3600">
                <a:solidFill>
                  <a:schemeClr val="accent6"/>
                </a:solidFill>
                <a:latin typeface="Times New Roman"/>
                <a:ea typeface="Times New Roman"/>
                <a:cs typeface="Times New Roman"/>
                <a:sym typeface="Times New Roman"/>
              </a:rPr>
              <a:t>GIẢNG VIÊN</a:t>
            </a:r>
            <a:endParaRPr sz="3600" b="1" i="0" u="none" strike="noStrike" cap="none">
              <a:solidFill>
                <a:schemeClr val="accent6"/>
              </a:solidFill>
              <a:latin typeface="Times New Roman"/>
              <a:ea typeface="Times New Roman"/>
              <a:cs typeface="Times New Roman"/>
              <a:sym typeface="Times New Roman"/>
            </a:endParaRPr>
          </a:p>
        </p:txBody>
      </p:sp>
      <p:sp>
        <p:nvSpPr>
          <p:cNvPr id="113" name="Google Shape;113;p4"/>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a:t>
            </a:fld>
            <a:endParaRPr/>
          </a:p>
        </p:txBody>
      </p:sp>
      <p:pic>
        <p:nvPicPr>
          <p:cNvPr id="114" name="Google Shape;114;p4" descr="Hình ảnh Ghim câu chuyện"/>
          <p:cNvPicPr preferRelativeResize="0"/>
          <p:nvPr/>
        </p:nvPicPr>
        <p:blipFill rotWithShape="1">
          <a:blip r:embed="rId3">
            <a:alphaModFix/>
          </a:blip>
          <a:srcRect/>
          <a:stretch/>
        </p:blipFill>
        <p:spPr>
          <a:xfrm>
            <a:off x="-26633" y="-29610"/>
            <a:ext cx="8007658" cy="1597357"/>
          </a:xfrm>
          <a:prstGeom prst="homePlate">
            <a:avLst>
              <a:gd name="adj" fmla="val 50000"/>
            </a:avLst>
          </a:prstGeom>
          <a:solidFill>
            <a:srgbClr val="ECECEC"/>
          </a:solidFill>
          <a:ln>
            <a:noFill/>
          </a:ln>
          <a:effectLst>
            <a:reflection stA="38000" endPos="28000" dist="5000" dir="5400000" sy="-100000" algn="bl" rotWithShape="0"/>
          </a:effectLst>
        </p:spPr>
      </p:pic>
      <p:sp>
        <p:nvSpPr>
          <p:cNvPr id="115" name="Google Shape;115;p4"/>
          <p:cNvSpPr txBox="1"/>
          <p:nvPr/>
        </p:nvSpPr>
        <p:spPr>
          <a:xfrm>
            <a:off x="1754861" y="3007690"/>
            <a:ext cx="5634300" cy="2187300"/>
          </a:xfrm>
          <a:prstGeom prst="rect">
            <a:avLst/>
          </a:prstGeom>
          <a:noFill/>
          <a:ln>
            <a:noFill/>
          </a:ln>
        </p:spPr>
        <p:txBody>
          <a:bodyPr spcFirstLastPara="1" wrap="square" lIns="0" tIns="0" rIns="0" bIns="0" anchor="t" anchorCtr="0">
            <a:spAutoFit/>
          </a:bodyPr>
          <a:lstStyle/>
          <a:p>
            <a:pPr marL="0" marR="0" lvl="0" indent="0" algn="ctr" rtl="0">
              <a:lnSpc>
                <a:spcPct val="110500"/>
              </a:lnSpc>
              <a:spcBef>
                <a:spcPts val="0"/>
              </a:spcBef>
              <a:spcAft>
                <a:spcPts val="0"/>
              </a:spcAft>
              <a:buNone/>
            </a:pPr>
            <a:endParaRPr sz="2000" b="0" i="0" u="none" strike="noStrike" cap="none">
              <a:solidFill>
                <a:srgbClr val="7F330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2000" b="1" i="0" u="none" strike="noStrike" cap="none">
                <a:solidFill>
                  <a:srgbClr val="7F3300"/>
                </a:solidFill>
                <a:latin typeface="Times New Roman"/>
                <a:ea typeface="Times New Roman"/>
                <a:cs typeface="Times New Roman"/>
                <a:sym typeface="Times New Roman"/>
              </a:rPr>
              <a:t>       </a:t>
            </a:r>
            <a:r>
              <a:rPr lang="en-US" sz="2000" b="1" i="0" u="none" strike="noStrike" cap="none">
                <a:solidFill>
                  <a:srgbClr val="FFCCE0"/>
                </a:solidFill>
                <a:latin typeface="Times New Roman"/>
                <a:ea typeface="Times New Roman"/>
                <a:cs typeface="Times New Roman"/>
                <a:sym typeface="Times New Roman"/>
              </a:rPr>
              <a:t>Giảng viên hướng dẫn: Trần Văn Huy </a:t>
            </a:r>
            <a:endParaRPr/>
          </a:p>
          <a:p>
            <a:pPr marL="0" marR="0" lvl="0" indent="0" algn="ctr" rtl="0">
              <a:lnSpc>
                <a:spcPct val="100000"/>
              </a:lnSpc>
              <a:spcBef>
                <a:spcPts val="0"/>
              </a:spcBef>
              <a:spcAft>
                <a:spcPts val="0"/>
              </a:spcAft>
              <a:buNone/>
            </a:pPr>
            <a:endParaRPr sz="2000" b="1" i="0" u="none" strike="noStrike" cap="none">
              <a:solidFill>
                <a:srgbClr val="FFCCE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2000" b="1" i="0" u="none" strike="noStrike" cap="none">
                <a:solidFill>
                  <a:srgbClr val="FFCCE0"/>
                </a:solidFill>
                <a:latin typeface="Times New Roman"/>
                <a:ea typeface="Times New Roman"/>
                <a:cs typeface="Times New Roman"/>
                <a:sym typeface="Times New Roman"/>
              </a:rPr>
              <a:t>Nhóm 3</a:t>
            </a:r>
            <a:endParaRPr/>
          </a:p>
          <a:p>
            <a:pPr marL="0" marR="0" lvl="0" indent="0" algn="ctr" rtl="0">
              <a:lnSpc>
                <a:spcPct val="100000"/>
              </a:lnSpc>
              <a:spcBef>
                <a:spcPts val="0"/>
              </a:spcBef>
              <a:spcAft>
                <a:spcPts val="0"/>
              </a:spcAft>
              <a:buNone/>
            </a:pPr>
            <a:endParaRPr sz="2000" b="1" i="0" u="none" strike="noStrike" cap="none">
              <a:solidFill>
                <a:srgbClr val="FFCCE0"/>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2000" b="1" i="0" u="none" strike="noStrike" cap="none">
                <a:solidFill>
                  <a:srgbClr val="FFCCE0"/>
                </a:solidFill>
                <a:latin typeface="Times New Roman"/>
                <a:ea typeface="Times New Roman"/>
                <a:cs typeface="Times New Roman"/>
                <a:sym typeface="Times New Roman"/>
              </a:rPr>
              <a:t>Lớp: DP20302</a:t>
            </a:r>
            <a:endParaRPr sz="2000" b="0" i="0" u="none" strike="noStrike" cap="none">
              <a:solidFill>
                <a:srgbClr val="FFCCE0"/>
              </a:solidFill>
              <a:latin typeface="Arial"/>
              <a:ea typeface="Arial"/>
              <a:cs typeface="Arial"/>
              <a:sym typeface="Arial"/>
            </a:endParaRPr>
          </a:p>
          <a:p>
            <a:pPr marL="0" marR="0" lvl="0" indent="0" algn="ctr" rtl="0">
              <a:lnSpc>
                <a:spcPct val="100000"/>
              </a:lnSpc>
              <a:spcBef>
                <a:spcPts val="0"/>
              </a:spcBef>
              <a:spcAft>
                <a:spcPts val="0"/>
              </a:spcAft>
              <a:buNone/>
            </a:pPr>
            <a:r>
              <a:rPr lang="en-US" sz="2000" b="1" i="0" u="none" strike="noStrike" cap="none">
                <a:solidFill>
                  <a:srgbClr val="7F3300"/>
                </a:solidFill>
                <a:latin typeface="Arial"/>
                <a:ea typeface="Arial"/>
                <a:cs typeface="Arial"/>
                <a:sym typeface="Arial"/>
              </a:rPr>
              <a:t>	</a:t>
            </a:r>
            <a:endParaRPr sz="2000" b="0" i="0" u="none" strike="noStrike" cap="none">
              <a:solidFill>
                <a:srgbClr val="7F33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20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12"/>
                                        </p:tgtEl>
                                        <p:attrNameLst>
                                          <p:attrName>style.visibility</p:attrName>
                                        </p:attrNameLst>
                                      </p:cBhvr>
                                      <p:to>
                                        <p:strVal val="visible"/>
                                      </p:to>
                                    </p:set>
                                    <p:anim calcmode="lin" valueType="num">
                                      <p:cBhvr additive="base">
                                        <p:cTn id="12" dur="500"/>
                                        <p:tgtEl>
                                          <p:spTgt spid="1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
          <p:cNvSpPr txBox="1">
            <a:spLocks noGrp="1"/>
          </p:cNvSpPr>
          <p:nvPr>
            <p:ph type="ctrTitle"/>
          </p:nvPr>
        </p:nvSpPr>
        <p:spPr>
          <a:xfrm>
            <a:off x="1787275" y="2406225"/>
            <a:ext cx="6176100" cy="20022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4600"/>
              <a:buNone/>
            </a:pPr>
            <a:r>
              <a:rPr lang="en-US" sz="2400">
                <a:solidFill>
                  <a:srgbClr val="FFA366"/>
                </a:solidFill>
                <a:latin typeface="Times New Roman"/>
                <a:ea typeface="Times New Roman"/>
                <a:cs typeface="Times New Roman"/>
                <a:sym typeface="Times New Roman"/>
              </a:rPr>
              <a:t>PHÂN TÍCH THỊ TRƯỜNG VÀ XU HƯỚNG LƯƠNG TRONG LĨNH VỰC DATA &amp; AI GIAI ĐOẠN 2020 - 2023</a:t>
            </a:r>
            <a:endParaRPr/>
          </a:p>
        </p:txBody>
      </p:sp>
      <p:sp>
        <p:nvSpPr>
          <p:cNvPr id="121" name="Google Shape;121;p1"/>
          <p:cNvSpPr txBox="1"/>
          <p:nvPr/>
        </p:nvSpPr>
        <p:spPr>
          <a:xfrm>
            <a:off x="777696" y="1281599"/>
            <a:ext cx="7710000" cy="677400"/>
          </a:xfrm>
          <a:prstGeom prst="rect">
            <a:avLst/>
          </a:prstGeom>
          <a:noFill/>
          <a:ln>
            <a:noFill/>
          </a:ln>
        </p:spPr>
        <p:txBody>
          <a:bodyPr spcFirstLastPara="1" wrap="square" lIns="0" tIns="0" rIns="0" bIns="0" anchor="ctr" anchorCtr="0">
            <a:spAutoFit/>
          </a:bodyPr>
          <a:lstStyle/>
          <a:p>
            <a:pPr marL="0" marR="0" lvl="0" indent="0" algn="ctr" rtl="0">
              <a:lnSpc>
                <a:spcPct val="232954"/>
              </a:lnSpc>
              <a:spcBef>
                <a:spcPts val="0"/>
              </a:spcBef>
              <a:spcAft>
                <a:spcPts val="0"/>
              </a:spcAft>
              <a:buNone/>
            </a:pPr>
            <a:r>
              <a:rPr lang="en-US" sz="4400" b="1" i="0" u="none" strike="noStrike" cap="none">
                <a:solidFill>
                  <a:srgbClr val="FF0000"/>
                </a:solidFill>
                <a:latin typeface="Times New Roman"/>
                <a:ea typeface="Times New Roman"/>
                <a:cs typeface="Times New Roman"/>
                <a:sym typeface="Times New Roman"/>
              </a:rPr>
              <a:t>DỰ ÁN 1</a:t>
            </a:r>
            <a:endParaRPr sz="4400" b="1" i="0" u="none" strike="noStrike" cap="none">
              <a:solidFill>
                <a:srgbClr val="FF0000"/>
              </a:solidFill>
              <a:latin typeface="Times New Roman"/>
              <a:ea typeface="Times New Roman"/>
              <a:cs typeface="Times New Roman"/>
              <a:sym typeface="Times New Roman"/>
            </a:endParaRPr>
          </a:p>
        </p:txBody>
      </p:sp>
      <p:pic>
        <p:nvPicPr>
          <p:cNvPr id="122" name="Google Shape;122;p1" descr="FPT Polytechnic"/>
          <p:cNvPicPr preferRelativeResize="0"/>
          <p:nvPr/>
        </p:nvPicPr>
        <p:blipFill rotWithShape="1">
          <a:blip r:embed="rId3">
            <a:alphaModFix/>
          </a:blip>
          <a:srcRect/>
          <a:stretch/>
        </p:blipFill>
        <p:spPr>
          <a:xfrm>
            <a:off x="0" y="29389"/>
            <a:ext cx="3112863" cy="80499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anim calcmode="lin" valueType="num">
                                      <p:cBhvr additive="base">
                                        <p:cTn id="7" dur="500"/>
                                        <p:tgtEl>
                                          <p:spTgt spid="121"/>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5"/>
          <p:cNvSpPr txBox="1">
            <a:spLocks noGrp="1"/>
          </p:cNvSpPr>
          <p:nvPr>
            <p:ph type="ctrTitle" idx="4294967295"/>
          </p:nvPr>
        </p:nvSpPr>
        <p:spPr>
          <a:xfrm>
            <a:off x="2112500" y="-475285"/>
            <a:ext cx="4678533" cy="1540606"/>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3600" b="1" i="0" u="none" strike="noStrike" cap="none">
                <a:solidFill>
                  <a:schemeClr val="accent6"/>
                </a:solidFill>
                <a:latin typeface="Times New Roman"/>
                <a:ea typeface="Times New Roman"/>
                <a:cs typeface="Times New Roman"/>
                <a:sym typeface="Times New Roman"/>
              </a:rPr>
              <a:t>MEMBER SHIP</a:t>
            </a:r>
            <a:endParaRPr sz="3600" b="1" i="0" u="none" strike="noStrike" cap="none">
              <a:solidFill>
                <a:schemeClr val="accent6"/>
              </a:solidFill>
              <a:latin typeface="Times New Roman"/>
              <a:ea typeface="Times New Roman"/>
              <a:cs typeface="Times New Roman"/>
              <a:sym typeface="Times New Roman"/>
            </a:endParaRPr>
          </a:p>
        </p:txBody>
      </p:sp>
      <p:sp>
        <p:nvSpPr>
          <p:cNvPr id="128" name="Google Shape;128;p5"/>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3</a:t>
            </a:fld>
            <a:endParaRPr/>
          </a:p>
        </p:txBody>
      </p:sp>
      <p:pic>
        <p:nvPicPr>
          <p:cNvPr id="129" name="Google Shape;129;p5"/>
          <p:cNvPicPr preferRelativeResize="0"/>
          <p:nvPr/>
        </p:nvPicPr>
        <p:blipFill>
          <a:blip r:embed="rId3">
            <a:alphaModFix/>
          </a:blip>
          <a:stretch>
            <a:fillRect/>
          </a:stretch>
        </p:blipFill>
        <p:spPr>
          <a:xfrm>
            <a:off x="66800" y="550525"/>
            <a:ext cx="1718875" cy="2610550"/>
          </a:xfrm>
          <a:prstGeom prst="rect">
            <a:avLst/>
          </a:prstGeom>
          <a:noFill/>
          <a:ln>
            <a:noFill/>
          </a:ln>
        </p:spPr>
      </p:pic>
      <p:pic>
        <p:nvPicPr>
          <p:cNvPr id="130" name="Google Shape;130;p5"/>
          <p:cNvPicPr preferRelativeResize="0"/>
          <p:nvPr/>
        </p:nvPicPr>
        <p:blipFill>
          <a:blip r:embed="rId4">
            <a:alphaModFix/>
          </a:blip>
          <a:stretch>
            <a:fillRect/>
          </a:stretch>
        </p:blipFill>
        <p:spPr>
          <a:xfrm>
            <a:off x="2015450" y="1181100"/>
            <a:ext cx="1484878" cy="2781301"/>
          </a:xfrm>
          <a:prstGeom prst="rect">
            <a:avLst/>
          </a:prstGeom>
          <a:noFill/>
          <a:ln>
            <a:noFill/>
          </a:ln>
        </p:spPr>
      </p:pic>
      <p:pic>
        <p:nvPicPr>
          <p:cNvPr id="131" name="Google Shape;131;p5"/>
          <p:cNvPicPr preferRelativeResize="0"/>
          <p:nvPr/>
        </p:nvPicPr>
        <p:blipFill>
          <a:blip r:embed="rId5">
            <a:alphaModFix/>
          </a:blip>
          <a:stretch>
            <a:fillRect/>
          </a:stretch>
        </p:blipFill>
        <p:spPr>
          <a:xfrm>
            <a:off x="3730100" y="550525"/>
            <a:ext cx="1484875" cy="2781299"/>
          </a:xfrm>
          <a:prstGeom prst="rect">
            <a:avLst/>
          </a:prstGeom>
          <a:noFill/>
          <a:ln>
            <a:noFill/>
          </a:ln>
        </p:spPr>
      </p:pic>
      <p:pic>
        <p:nvPicPr>
          <p:cNvPr id="132" name="Google Shape;132;p5"/>
          <p:cNvPicPr preferRelativeResize="0"/>
          <p:nvPr/>
        </p:nvPicPr>
        <p:blipFill>
          <a:blip r:embed="rId6">
            <a:alphaModFix/>
          </a:blip>
          <a:stretch>
            <a:fillRect/>
          </a:stretch>
        </p:blipFill>
        <p:spPr>
          <a:xfrm>
            <a:off x="5404950" y="1181100"/>
            <a:ext cx="1572750" cy="2781301"/>
          </a:xfrm>
          <a:prstGeom prst="rect">
            <a:avLst/>
          </a:prstGeom>
          <a:noFill/>
          <a:ln>
            <a:noFill/>
          </a:ln>
        </p:spPr>
      </p:pic>
      <p:pic>
        <p:nvPicPr>
          <p:cNvPr id="133" name="Google Shape;133;p5"/>
          <p:cNvPicPr preferRelativeResize="0"/>
          <p:nvPr/>
        </p:nvPicPr>
        <p:blipFill>
          <a:blip r:embed="rId7">
            <a:alphaModFix/>
          </a:blip>
          <a:stretch>
            <a:fillRect/>
          </a:stretch>
        </p:blipFill>
        <p:spPr>
          <a:xfrm>
            <a:off x="7288975" y="629675"/>
            <a:ext cx="1572750" cy="2781299"/>
          </a:xfrm>
          <a:prstGeom prst="rect">
            <a:avLst/>
          </a:prstGeom>
          <a:noFill/>
          <a:ln>
            <a:noFill/>
          </a:ln>
        </p:spPr>
      </p:pic>
      <p:sp>
        <p:nvSpPr>
          <p:cNvPr id="134" name="Google Shape;134;p5"/>
          <p:cNvSpPr txBox="1"/>
          <p:nvPr/>
        </p:nvSpPr>
        <p:spPr>
          <a:xfrm>
            <a:off x="66675" y="3280175"/>
            <a:ext cx="1719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a:solidFill>
                  <a:srgbClr val="FFFFFF"/>
                </a:solidFill>
                <a:latin typeface="Hind"/>
                <a:ea typeface="Hind"/>
                <a:cs typeface="Hind"/>
                <a:sym typeface="Hind"/>
              </a:rPr>
              <a:t>Doãn Thúc Định</a:t>
            </a:r>
            <a:endParaRPr sz="1600">
              <a:solidFill>
                <a:srgbClr val="FFFFFF"/>
              </a:solidFill>
              <a:latin typeface="Hind"/>
              <a:ea typeface="Hind"/>
              <a:cs typeface="Hind"/>
              <a:sym typeface="Hind"/>
            </a:endParaRPr>
          </a:p>
        </p:txBody>
      </p:sp>
      <p:sp>
        <p:nvSpPr>
          <p:cNvPr id="135" name="Google Shape;135;p5"/>
          <p:cNvSpPr txBox="1"/>
          <p:nvPr/>
        </p:nvSpPr>
        <p:spPr>
          <a:xfrm>
            <a:off x="1676500" y="4078175"/>
            <a:ext cx="1824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a:solidFill>
                  <a:srgbClr val="FFFFFF"/>
                </a:solidFill>
                <a:latin typeface="Hind"/>
                <a:ea typeface="Hind"/>
                <a:cs typeface="Hind"/>
                <a:sym typeface="Hind"/>
              </a:rPr>
              <a:t>Nguyễn Minh Sang</a:t>
            </a:r>
            <a:endParaRPr sz="1600">
              <a:solidFill>
                <a:srgbClr val="FFFFFF"/>
              </a:solidFill>
              <a:latin typeface="Hind"/>
              <a:ea typeface="Hind"/>
              <a:cs typeface="Hind"/>
              <a:sym typeface="Hind"/>
            </a:endParaRPr>
          </a:p>
        </p:txBody>
      </p:sp>
      <p:sp>
        <p:nvSpPr>
          <p:cNvPr id="136" name="Google Shape;136;p5"/>
          <p:cNvSpPr txBox="1"/>
          <p:nvPr/>
        </p:nvSpPr>
        <p:spPr>
          <a:xfrm>
            <a:off x="3593138" y="3459500"/>
            <a:ext cx="1719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a:solidFill>
                  <a:srgbClr val="FFFFFF"/>
                </a:solidFill>
                <a:latin typeface="Hind"/>
                <a:ea typeface="Hind"/>
                <a:cs typeface="Hind"/>
                <a:sym typeface="Hind"/>
              </a:rPr>
              <a:t>Nguyễn Sỹ Toàn</a:t>
            </a:r>
            <a:endParaRPr sz="1600">
              <a:solidFill>
                <a:srgbClr val="FFFFFF"/>
              </a:solidFill>
              <a:latin typeface="Hind"/>
              <a:ea typeface="Hind"/>
              <a:cs typeface="Hind"/>
              <a:sym typeface="Hind"/>
            </a:endParaRPr>
          </a:p>
        </p:txBody>
      </p:sp>
      <p:sp>
        <p:nvSpPr>
          <p:cNvPr id="137" name="Google Shape;137;p5"/>
          <p:cNvSpPr txBox="1"/>
          <p:nvPr/>
        </p:nvSpPr>
        <p:spPr>
          <a:xfrm>
            <a:off x="5404938" y="4029650"/>
            <a:ext cx="1719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a:solidFill>
                  <a:srgbClr val="FFFFFF"/>
                </a:solidFill>
                <a:latin typeface="Hind"/>
                <a:ea typeface="Hind"/>
                <a:cs typeface="Hind"/>
                <a:sym typeface="Hind"/>
              </a:rPr>
              <a:t>Diệp Thế Tài</a:t>
            </a:r>
            <a:endParaRPr sz="1600">
              <a:solidFill>
                <a:srgbClr val="FFFFFF"/>
              </a:solidFill>
              <a:latin typeface="Hind"/>
              <a:ea typeface="Hind"/>
              <a:cs typeface="Hind"/>
              <a:sym typeface="Hind"/>
            </a:endParaRPr>
          </a:p>
        </p:txBody>
      </p:sp>
      <p:sp>
        <p:nvSpPr>
          <p:cNvPr id="138" name="Google Shape;138;p5"/>
          <p:cNvSpPr txBox="1"/>
          <p:nvPr/>
        </p:nvSpPr>
        <p:spPr>
          <a:xfrm>
            <a:off x="7119625" y="3410975"/>
            <a:ext cx="2024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300">
                <a:solidFill>
                  <a:srgbClr val="FFFFFF"/>
                </a:solidFill>
                <a:latin typeface="Hind"/>
                <a:ea typeface="Hind"/>
                <a:cs typeface="Hind"/>
                <a:sym typeface="Hind"/>
              </a:rPr>
              <a:t>Nguyễn Ngọc Phương Anh</a:t>
            </a:r>
            <a:endParaRPr sz="1300">
              <a:solidFill>
                <a:srgbClr val="FFFFFF"/>
              </a:solidFill>
              <a:latin typeface="Hind"/>
              <a:ea typeface="Hind"/>
              <a:cs typeface="Hind"/>
              <a:sym typeface="Hin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7"/>
                                        </p:tgtEl>
                                        <p:attrNameLst>
                                          <p:attrName>style.visibility</p:attrName>
                                        </p:attrNameLst>
                                      </p:cBhvr>
                                      <p:to>
                                        <p:strVal val="visible"/>
                                      </p:to>
                                    </p:set>
                                    <p:animEffect transition="in" filter="fade">
                                      <p:cBhvr>
                                        <p:cTn id="7" dur="500"/>
                                        <p:tgtEl>
                                          <p:spTgt spid="1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
          <p:cNvSpPr txBox="1">
            <a:spLocks noGrp="1"/>
          </p:cNvSpPr>
          <p:nvPr>
            <p:ph type="title"/>
          </p:nvPr>
        </p:nvSpPr>
        <p:spPr>
          <a:xfrm>
            <a:off x="1510972" y="223351"/>
            <a:ext cx="5972100" cy="6360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SzPts val="3000"/>
              <a:buNone/>
            </a:pPr>
            <a:r>
              <a:rPr lang="en-US">
                <a:solidFill>
                  <a:schemeClr val="accent6"/>
                </a:solidFill>
                <a:latin typeface="Times New Roman"/>
                <a:ea typeface="Times New Roman"/>
                <a:cs typeface="Times New Roman"/>
                <a:sym typeface="Times New Roman"/>
              </a:rPr>
              <a:t>GIỚI THIỆU DỰ ÁN </a:t>
            </a:r>
            <a:endParaRPr>
              <a:solidFill>
                <a:schemeClr val="accent6"/>
              </a:solidFill>
              <a:latin typeface="Times New Roman"/>
              <a:ea typeface="Times New Roman"/>
              <a:cs typeface="Times New Roman"/>
              <a:sym typeface="Times New Roman"/>
            </a:endParaRPr>
          </a:p>
        </p:txBody>
      </p:sp>
      <p:sp>
        <p:nvSpPr>
          <p:cNvPr id="144" name="Google Shape;144;p3"/>
          <p:cNvSpPr txBox="1">
            <a:spLocks noGrp="1"/>
          </p:cNvSpPr>
          <p:nvPr>
            <p:ph type="body" idx="2"/>
          </p:nvPr>
        </p:nvSpPr>
        <p:spPr>
          <a:xfrm>
            <a:off x="734088" y="996624"/>
            <a:ext cx="3257700" cy="4072525"/>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600"/>
              </a:spcBef>
              <a:spcAft>
                <a:spcPts val="0"/>
              </a:spcAft>
              <a:buSzPts val="1800"/>
              <a:buNone/>
            </a:pPr>
            <a:r>
              <a:rPr lang="en-US" sz="2400" b="1">
                <a:solidFill>
                  <a:srgbClr val="FFCC00"/>
                </a:solidFill>
                <a:latin typeface="Times New Roman"/>
                <a:ea typeface="Times New Roman"/>
                <a:cs typeface="Times New Roman"/>
                <a:sym typeface="Times New Roman"/>
              </a:rPr>
              <a:t>MỞ ĐẦU </a:t>
            </a:r>
            <a:endParaRPr/>
          </a:p>
          <a:p>
            <a:pPr marL="0" lvl="0" indent="0" algn="ctr" rtl="0">
              <a:lnSpc>
                <a:spcPct val="100000"/>
              </a:lnSpc>
              <a:spcBef>
                <a:spcPts val="600"/>
              </a:spcBef>
              <a:spcAft>
                <a:spcPts val="0"/>
              </a:spcAft>
              <a:buSzPts val="1800"/>
              <a:buNone/>
            </a:pPr>
            <a:endParaRPr sz="3200">
              <a:solidFill>
                <a:srgbClr val="FFCC00"/>
              </a:solidFill>
              <a:latin typeface="Times New Roman"/>
              <a:ea typeface="Times New Roman"/>
              <a:cs typeface="Times New Roman"/>
              <a:sym typeface="Times New Roman"/>
            </a:endParaRPr>
          </a:p>
          <a:p>
            <a:pPr marL="285750" lvl="0" indent="-285750" algn="l" rtl="0">
              <a:lnSpc>
                <a:spcPct val="100000"/>
              </a:lnSpc>
              <a:spcBef>
                <a:spcPts val="600"/>
              </a:spcBef>
              <a:spcAft>
                <a:spcPts val="0"/>
              </a:spcAft>
              <a:buClr>
                <a:schemeClr val="dk1"/>
              </a:buClr>
              <a:buSzPts val="1100"/>
              <a:buFont typeface="Noto Sans Symbols"/>
              <a:buChar char="⮚"/>
            </a:pPr>
            <a:r>
              <a:rPr lang="en-US" sz="1600">
                <a:latin typeface="Times New Roman"/>
                <a:ea typeface="Times New Roman"/>
                <a:cs typeface="Times New Roman"/>
                <a:sym typeface="Times New Roman"/>
              </a:rPr>
              <a:t>Đây là dự án phân tích toàn diện dựa trên tập dữ liệu thực tế gồm 3.755 mức lương trong file ds_salaries.csv nhằm kể lại hành trình 4 năm bùng nổ của ngành Data &amp; AI</a:t>
            </a:r>
            <a:endParaRPr/>
          </a:p>
          <a:p>
            <a:pPr marL="285750" lvl="0" indent="-285750" algn="l" rtl="0">
              <a:lnSpc>
                <a:spcPct val="100000"/>
              </a:lnSpc>
              <a:spcBef>
                <a:spcPts val="600"/>
              </a:spcBef>
              <a:spcAft>
                <a:spcPts val="0"/>
              </a:spcAft>
              <a:buClr>
                <a:schemeClr val="dk1"/>
              </a:buClr>
              <a:buSzPts val="1100"/>
              <a:buFont typeface="Noto Sans Symbols"/>
              <a:buChar char="⮚"/>
            </a:pPr>
            <a:r>
              <a:rPr lang="en-US" sz="1600">
                <a:latin typeface="Times New Roman"/>
                <a:ea typeface="Times New Roman"/>
                <a:cs typeface="Times New Roman"/>
                <a:sym typeface="Times New Roman"/>
              </a:rPr>
              <a:t>Đồng thời đưa ra lộ trình lương tối ưu cho nhân sự ngành này trong giai đoạn 2025–20261</a:t>
            </a:r>
            <a:endParaRPr sz="1100">
              <a:latin typeface="Times New Roman"/>
              <a:ea typeface="Times New Roman"/>
              <a:cs typeface="Times New Roman"/>
              <a:sym typeface="Times New Roman"/>
            </a:endParaRPr>
          </a:p>
          <a:p>
            <a:pPr marL="0" lvl="0" indent="0" algn="l" rtl="0">
              <a:lnSpc>
                <a:spcPct val="100000"/>
              </a:lnSpc>
              <a:spcBef>
                <a:spcPts val="600"/>
              </a:spcBef>
              <a:spcAft>
                <a:spcPts val="0"/>
              </a:spcAft>
              <a:buSzPts val="1800"/>
              <a:buNone/>
            </a:pPr>
            <a:endParaRPr sz="1100">
              <a:latin typeface="Times New Roman"/>
              <a:ea typeface="Times New Roman"/>
              <a:cs typeface="Times New Roman"/>
              <a:sym typeface="Times New Roman"/>
            </a:endParaRPr>
          </a:p>
        </p:txBody>
      </p:sp>
      <p:sp>
        <p:nvSpPr>
          <p:cNvPr id="145" name="Google Shape;145;p3"/>
          <p:cNvSpPr txBox="1">
            <a:spLocks noGrp="1"/>
          </p:cNvSpPr>
          <p:nvPr>
            <p:ph type="body" idx="2"/>
          </p:nvPr>
        </p:nvSpPr>
        <p:spPr>
          <a:xfrm>
            <a:off x="4218040" y="939250"/>
            <a:ext cx="3425634" cy="41299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600"/>
              </a:spcBef>
              <a:spcAft>
                <a:spcPts val="0"/>
              </a:spcAft>
              <a:buSzPts val="1800"/>
              <a:buNone/>
            </a:pPr>
            <a:r>
              <a:rPr lang="en-US" sz="2400" b="1">
                <a:solidFill>
                  <a:srgbClr val="FFC000"/>
                </a:solidFill>
                <a:latin typeface="Times New Roman"/>
                <a:ea typeface="Times New Roman"/>
                <a:cs typeface="Times New Roman"/>
                <a:sym typeface="Times New Roman"/>
              </a:rPr>
              <a:t>Mục tiêu dự án</a:t>
            </a:r>
            <a:endParaRPr sz="2400" b="1">
              <a:solidFill>
                <a:srgbClr val="FFC000"/>
              </a:solidFill>
              <a:latin typeface="Times New Roman"/>
              <a:ea typeface="Times New Roman"/>
              <a:cs typeface="Times New Roman"/>
              <a:sym typeface="Times New Roman"/>
            </a:endParaRPr>
          </a:p>
          <a:p>
            <a:pPr marL="0" lvl="0" indent="0" algn="ctr" rtl="0">
              <a:lnSpc>
                <a:spcPct val="100000"/>
              </a:lnSpc>
              <a:spcBef>
                <a:spcPts val="600"/>
              </a:spcBef>
              <a:spcAft>
                <a:spcPts val="0"/>
              </a:spcAft>
              <a:buSzPts val="1800"/>
              <a:buNone/>
            </a:pPr>
            <a:endParaRPr sz="2400" b="1">
              <a:solidFill>
                <a:srgbClr val="FFC000"/>
              </a:solidFill>
              <a:latin typeface="Times New Roman"/>
              <a:ea typeface="Times New Roman"/>
              <a:cs typeface="Times New Roman"/>
              <a:sym typeface="Times New Roman"/>
            </a:endParaRPr>
          </a:p>
          <a:p>
            <a:pPr marL="285750" lvl="0" indent="-285750" algn="l" rtl="0">
              <a:lnSpc>
                <a:spcPct val="115000"/>
              </a:lnSpc>
              <a:spcBef>
                <a:spcPts val="600"/>
              </a:spcBef>
              <a:spcAft>
                <a:spcPts val="0"/>
              </a:spcAft>
              <a:buClr>
                <a:schemeClr val="dk1"/>
              </a:buClr>
              <a:buSzPts val="1000"/>
              <a:buFont typeface="Noto Sans Symbols"/>
              <a:buChar char="⮚"/>
            </a:pPr>
            <a:r>
              <a:rPr lang="en-US" sz="1600" b="1">
                <a:solidFill>
                  <a:schemeClr val="dk1"/>
                </a:solidFill>
                <a:latin typeface="Times New Roman"/>
                <a:ea typeface="Times New Roman"/>
                <a:cs typeface="Times New Roman"/>
                <a:sym typeface="Times New Roman"/>
              </a:rPr>
              <a:t>Hé lộ xu hướng lương thực tế:</a:t>
            </a:r>
            <a:r>
              <a:rPr lang="en-US" sz="1600">
                <a:solidFill>
                  <a:schemeClr val="dk1"/>
                </a:solidFill>
                <a:latin typeface="Times New Roman"/>
                <a:ea typeface="Times New Roman"/>
                <a:cs typeface="Times New Roman"/>
                <a:sym typeface="Times New Roman"/>
              </a:rPr>
              <a:t> Phân tích các con số không "màu mè" từ năm 2020 đến 2023 để thấy rõ sự biến động của thị trường.</a:t>
            </a:r>
            <a:endParaRPr/>
          </a:p>
          <a:p>
            <a:pPr marL="285750" lvl="0" indent="-285750" algn="l" rtl="0">
              <a:lnSpc>
                <a:spcPct val="115000"/>
              </a:lnSpc>
              <a:spcBef>
                <a:spcPts val="1400"/>
              </a:spcBef>
              <a:spcAft>
                <a:spcPts val="800"/>
              </a:spcAft>
              <a:buClr>
                <a:schemeClr val="dk1"/>
              </a:buClr>
              <a:buSzPts val="1000"/>
              <a:buFont typeface="Noto Sans Symbols"/>
              <a:buChar char="⮚"/>
            </a:pPr>
            <a:r>
              <a:rPr lang="en-US" sz="1600" b="1">
                <a:solidFill>
                  <a:schemeClr val="dk1"/>
                </a:solidFill>
                <a:latin typeface="Times New Roman"/>
                <a:ea typeface="Times New Roman"/>
                <a:cs typeface="Times New Roman"/>
                <a:sym typeface="Times New Roman"/>
              </a:rPr>
              <a:t>Xác định các yếu tố then chốt:</a:t>
            </a:r>
            <a:r>
              <a:rPr lang="en-US" sz="1600">
                <a:solidFill>
                  <a:schemeClr val="dk1"/>
                </a:solidFill>
                <a:latin typeface="Times New Roman"/>
                <a:ea typeface="Times New Roman"/>
                <a:cs typeface="Times New Roman"/>
                <a:sym typeface="Times New Roman"/>
              </a:rPr>
              <a:t> Tìm ra đâu là những nghề "hot" nhất, cấp bậc nào mang lại thu nhập cao nhất, hình thức làm việc (Remote/On-site) và quốc gia nào trả lương hậu hĩnh nhất</a:t>
            </a:r>
            <a:r>
              <a:rPr lang="en-US" sz="1200">
                <a:solidFill>
                  <a:schemeClr val="dk1"/>
                </a:solidFill>
                <a:latin typeface="Times New Roman"/>
                <a:ea typeface="Times New Roman"/>
                <a:cs typeface="Times New Roman"/>
                <a:sym typeface="Times New Roman"/>
              </a:rPr>
              <a:t>.</a:t>
            </a:r>
            <a:endParaRPr/>
          </a:p>
        </p:txBody>
      </p:sp>
      <p:sp>
        <p:nvSpPr>
          <p:cNvPr id="146" name="Google Shape;146;p3"/>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43"/>
                                        </p:tgtEl>
                                        <p:attrNameLst>
                                          <p:attrName>style.visibility</p:attrName>
                                        </p:attrNameLst>
                                      </p:cBhvr>
                                      <p:to>
                                        <p:strVal val="visible"/>
                                      </p:to>
                                    </p:set>
                                    <p:anim calcmode="lin" valueType="num">
                                      <p:cBhvr additive="base">
                                        <p:cTn id="7" dur="500"/>
                                        <p:tgtEl>
                                          <p:spTgt spid="143"/>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44">
                                            <p:txEl>
                                              <p:pRg st="0" end="0"/>
                                            </p:txEl>
                                          </p:spTgt>
                                        </p:tgtEl>
                                        <p:attrNameLst>
                                          <p:attrName>style.visibility</p:attrName>
                                        </p:attrNameLst>
                                      </p:cBhvr>
                                      <p:to>
                                        <p:strVal val="visible"/>
                                      </p:to>
                                    </p:set>
                                    <p:anim calcmode="lin" valueType="num">
                                      <p:cBhvr additive="base">
                                        <p:cTn id="12" dur="500"/>
                                        <p:tgtEl>
                                          <p:spTgt spid="14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44">
                                            <p:txEl>
                                              <p:pRg st="1" end="1"/>
                                            </p:txEl>
                                          </p:spTgt>
                                        </p:tgtEl>
                                        <p:attrNameLst>
                                          <p:attrName>style.visibility</p:attrName>
                                        </p:attrNameLst>
                                      </p:cBhvr>
                                      <p:to>
                                        <p:strVal val="visible"/>
                                      </p:to>
                                    </p:set>
                                    <p:anim calcmode="lin" valueType="num">
                                      <p:cBhvr additive="base">
                                        <p:cTn id="17" dur="500"/>
                                        <p:tgtEl>
                                          <p:spTgt spid="14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144">
                                            <p:txEl>
                                              <p:pRg st="2" end="2"/>
                                            </p:txEl>
                                          </p:spTgt>
                                        </p:tgtEl>
                                        <p:attrNameLst>
                                          <p:attrName>style.visibility</p:attrName>
                                        </p:attrNameLst>
                                      </p:cBhvr>
                                      <p:to>
                                        <p:strVal val="visible"/>
                                      </p:to>
                                    </p:set>
                                    <p:anim calcmode="lin" valueType="num">
                                      <p:cBhvr additive="base">
                                        <p:cTn id="22" dur="500"/>
                                        <p:tgtEl>
                                          <p:spTgt spid="14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144">
                                            <p:txEl>
                                              <p:pRg st="3" end="3"/>
                                            </p:txEl>
                                          </p:spTgt>
                                        </p:tgtEl>
                                        <p:attrNameLst>
                                          <p:attrName>style.visibility</p:attrName>
                                        </p:attrNameLst>
                                      </p:cBhvr>
                                      <p:to>
                                        <p:strVal val="visible"/>
                                      </p:to>
                                    </p:set>
                                    <p:anim calcmode="lin" valueType="num">
                                      <p:cBhvr additive="base">
                                        <p:cTn id="27" dur="500"/>
                                        <p:tgtEl>
                                          <p:spTgt spid="14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44">
                                            <p:txEl>
                                              <p:pRg st="4" end="4"/>
                                            </p:txEl>
                                          </p:spTgt>
                                        </p:tgtEl>
                                        <p:attrNameLst>
                                          <p:attrName>style.visibility</p:attrName>
                                        </p:attrNameLst>
                                      </p:cBhvr>
                                      <p:to>
                                        <p:strVal val="visible"/>
                                      </p:to>
                                    </p:set>
                                    <p:anim calcmode="lin" valueType="num">
                                      <p:cBhvr additive="base">
                                        <p:cTn id="32" dur="500"/>
                                        <p:tgtEl>
                                          <p:spTgt spid="14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45">
                                            <p:txEl>
                                              <p:pRg st="0" end="0"/>
                                            </p:txEl>
                                          </p:spTgt>
                                        </p:tgtEl>
                                        <p:attrNameLst>
                                          <p:attrName>style.visibility</p:attrName>
                                        </p:attrNameLst>
                                      </p:cBhvr>
                                      <p:to>
                                        <p:strVal val="visible"/>
                                      </p:to>
                                    </p:set>
                                    <p:anim calcmode="lin" valueType="num">
                                      <p:cBhvr additive="base">
                                        <p:cTn id="37" dur="500"/>
                                        <p:tgtEl>
                                          <p:spTgt spid="14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145">
                                            <p:txEl>
                                              <p:pRg st="1" end="1"/>
                                            </p:txEl>
                                          </p:spTgt>
                                        </p:tgtEl>
                                        <p:attrNameLst>
                                          <p:attrName>style.visibility</p:attrName>
                                        </p:attrNameLst>
                                      </p:cBhvr>
                                      <p:to>
                                        <p:strVal val="visible"/>
                                      </p:to>
                                    </p:set>
                                    <p:anim calcmode="lin" valueType="num">
                                      <p:cBhvr additive="base">
                                        <p:cTn id="42" dur="500"/>
                                        <p:tgtEl>
                                          <p:spTgt spid="14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45">
                                            <p:txEl>
                                              <p:pRg st="2" end="2"/>
                                            </p:txEl>
                                          </p:spTgt>
                                        </p:tgtEl>
                                        <p:attrNameLst>
                                          <p:attrName>style.visibility</p:attrName>
                                        </p:attrNameLst>
                                      </p:cBhvr>
                                      <p:to>
                                        <p:strVal val="visible"/>
                                      </p:to>
                                    </p:set>
                                    <p:anim calcmode="lin" valueType="num">
                                      <p:cBhvr additive="base">
                                        <p:cTn id="47" dur="500"/>
                                        <p:tgtEl>
                                          <p:spTgt spid="14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145">
                                            <p:txEl>
                                              <p:pRg st="3" end="3"/>
                                            </p:txEl>
                                          </p:spTgt>
                                        </p:tgtEl>
                                        <p:attrNameLst>
                                          <p:attrName>style.visibility</p:attrName>
                                        </p:attrNameLst>
                                      </p:cBhvr>
                                      <p:to>
                                        <p:strVal val="visible"/>
                                      </p:to>
                                    </p:set>
                                    <p:anim calcmode="lin" valueType="num">
                                      <p:cBhvr additive="base">
                                        <p:cTn id="52" dur="500"/>
                                        <p:tgtEl>
                                          <p:spTgt spid="14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7"/>
          <p:cNvSpPr txBox="1">
            <a:spLocks noGrp="1"/>
          </p:cNvSpPr>
          <p:nvPr>
            <p:ph type="ctrTitle"/>
          </p:nvPr>
        </p:nvSpPr>
        <p:spPr>
          <a:xfrm>
            <a:off x="2281561" y="2341112"/>
            <a:ext cx="4678532" cy="1178009"/>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SzPts val="3000"/>
              <a:buNone/>
            </a:pPr>
            <a:r>
              <a:rPr lang="en-US" sz="3600" b="1">
                <a:latin typeface="Times New Roman"/>
                <a:ea typeface="Times New Roman"/>
                <a:cs typeface="Times New Roman"/>
                <a:sym typeface="Times New Roman"/>
              </a:rPr>
              <a:t>Đặt vấn đề </a:t>
            </a:r>
            <a:br>
              <a:rPr lang="en-US" sz="3600" b="1">
                <a:latin typeface="Times New Roman"/>
                <a:ea typeface="Times New Roman"/>
                <a:cs typeface="Times New Roman"/>
                <a:sym typeface="Times New Roman"/>
              </a:rPr>
            </a:br>
            <a:r>
              <a:rPr lang="en-US" sz="3600" b="1">
                <a:latin typeface="Times New Roman"/>
                <a:ea typeface="Times New Roman"/>
                <a:cs typeface="Times New Roman"/>
                <a:sym typeface="Times New Roman"/>
              </a:rPr>
              <a:t>Câu chuyện dữ liệu</a:t>
            </a:r>
            <a:endParaRPr sz="4800"/>
          </a:p>
        </p:txBody>
      </p:sp>
      <p:sp>
        <p:nvSpPr>
          <p:cNvPr id="152" name="Google Shape;152;p7"/>
          <p:cNvSpPr txBox="1">
            <a:spLocks noGrp="1"/>
          </p:cNvSpPr>
          <p:nvPr>
            <p:ph type="sldNum" idx="4294967295"/>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5</a:t>
            </a:fld>
            <a:endParaRPr/>
          </a:p>
        </p:txBody>
      </p:sp>
      <p:sp>
        <p:nvSpPr>
          <p:cNvPr id="153" name="Google Shape;153;p7"/>
          <p:cNvSpPr txBox="1"/>
          <p:nvPr/>
        </p:nvSpPr>
        <p:spPr>
          <a:xfrm>
            <a:off x="2334827" y="1142251"/>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1</a:t>
            </a:r>
            <a:endParaRPr sz="4400" b="1" i="0" u="none" strike="noStrike" cap="non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8"/>
          <p:cNvSpPr txBox="1">
            <a:spLocks noGrp="1"/>
          </p:cNvSpPr>
          <p:nvPr>
            <p:ph type="body" idx="1"/>
          </p:nvPr>
        </p:nvSpPr>
        <p:spPr>
          <a:xfrm>
            <a:off x="1371600" y="130868"/>
            <a:ext cx="6187735" cy="5012632"/>
          </a:xfrm>
          <a:prstGeom prst="rect">
            <a:avLst/>
          </a:prstGeom>
          <a:noFill/>
          <a:ln>
            <a:noFill/>
          </a:ln>
        </p:spPr>
        <p:txBody>
          <a:bodyPr spcFirstLastPara="1" wrap="square" lIns="91425" tIns="91425" rIns="91425" bIns="91425" anchor="ctr" anchorCtr="0">
            <a:noAutofit/>
          </a:bodyPr>
          <a:lstStyle/>
          <a:p>
            <a:pPr marL="76200" lvl="0" indent="0" algn="ctr" rtl="0">
              <a:lnSpc>
                <a:spcPct val="115000"/>
              </a:lnSpc>
              <a:spcBef>
                <a:spcPts val="600"/>
              </a:spcBef>
              <a:spcAft>
                <a:spcPts val="0"/>
              </a:spcAft>
              <a:buSzPts val="2400"/>
              <a:buNone/>
            </a:pPr>
            <a:r>
              <a:rPr lang="en-US" sz="2800" b="0">
                <a:solidFill>
                  <a:srgbClr val="FFCCE0"/>
                </a:solidFill>
                <a:latin typeface="Times New Roman"/>
                <a:ea typeface="Times New Roman"/>
                <a:cs typeface="Times New Roman"/>
                <a:sym typeface="Times New Roman"/>
              </a:rPr>
              <a:t>“</a:t>
            </a:r>
            <a:r>
              <a:rPr lang="en-US" sz="2000" b="0">
                <a:solidFill>
                  <a:srgbClr val="FFCCE0"/>
                </a:solidFill>
                <a:latin typeface="Times New Roman"/>
                <a:ea typeface="Times New Roman"/>
                <a:cs typeface="Times New Roman"/>
                <a:sym typeface="Times New Roman"/>
              </a:rPr>
              <a:t>Năm 2020, khi cả thế giới đóng cửa vì đại dịch, ngành data vẫn âm thầm tồn tại với vỏn vẹn 76 dòng lương trong dữ liệu thu thập được, mức lương trung bình chỉ đạt 92.000 USD, chỉ ba năm sau, vào năm 2023, tập dữ liệu đã phình to lên 3.755 dòng và mức lương trung bình vọt lên 149.045 USD — tăng hơn 60%.</a:t>
            </a:r>
            <a:endParaRPr/>
          </a:p>
          <a:p>
            <a:pPr marL="76200" lvl="0" indent="0" algn="ctr" rtl="0">
              <a:lnSpc>
                <a:spcPct val="100000"/>
              </a:lnSpc>
              <a:spcBef>
                <a:spcPts val="1400"/>
              </a:spcBef>
              <a:spcAft>
                <a:spcPts val="0"/>
              </a:spcAft>
              <a:buSzPts val="2400"/>
              <a:buNone/>
            </a:pPr>
            <a:r>
              <a:rPr lang="en-US" sz="2000" b="0">
                <a:solidFill>
                  <a:srgbClr val="FFCCE0"/>
                </a:solidFill>
                <a:latin typeface="Times New Roman"/>
                <a:ea typeface="Times New Roman"/>
                <a:cs typeface="Times New Roman"/>
                <a:sym typeface="Times New Roman"/>
              </a:rPr>
              <a:t>Câu chuyện dữ liệu không chỉ là những con số, là "nhật ký sống động" của một thế hệ kỹ thuật số. Từ chỗ bị kìm hãm bởi đại dịch, ngành Data/AI đã bùng nổ trở thành "mỏ vàng" của thập kỷ. Remote work từng là “VUA" nhưng nay đã nhường chỗ cho sự trở lại của văn phòng (On-site). Israel âm thầm vượt Mỹ để trả lương cao”</a:t>
            </a:r>
            <a:endParaRPr sz="2800" b="0">
              <a:solidFill>
                <a:srgbClr val="FFCCE0"/>
              </a:solidFill>
              <a:latin typeface="Times New Roman"/>
              <a:ea typeface="Times New Roman"/>
              <a:cs typeface="Times New Roman"/>
              <a:sym typeface="Times New Roman"/>
            </a:endParaRPr>
          </a:p>
        </p:txBody>
      </p:sp>
      <p:sp>
        <p:nvSpPr>
          <p:cNvPr id="159" name="Google Shape;159;p8"/>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6</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8">
                                            <p:txEl>
                                              <p:pRg st="0" end="0"/>
                                            </p:txEl>
                                          </p:spTgt>
                                        </p:tgtEl>
                                        <p:attrNameLst>
                                          <p:attrName>style.visibility</p:attrName>
                                        </p:attrNameLst>
                                      </p:cBhvr>
                                      <p:to>
                                        <p:strVal val="visible"/>
                                      </p:to>
                                    </p:set>
                                    <p:animEffect transition="in" filter="fade">
                                      <p:cBhvr>
                                        <p:cTn id="7" dur="500"/>
                                        <p:tgtEl>
                                          <p:spTgt spid="15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8">
                                            <p:txEl>
                                              <p:pRg st="1" end="1"/>
                                            </p:txEl>
                                          </p:spTgt>
                                        </p:tgtEl>
                                        <p:attrNameLst>
                                          <p:attrName>style.visibility</p:attrName>
                                        </p:attrNameLst>
                                      </p:cBhvr>
                                      <p:to>
                                        <p:strVal val="visible"/>
                                      </p:to>
                                    </p:set>
                                    <p:animEffect transition="in" filter="fade">
                                      <p:cBhvr>
                                        <p:cTn id="12" dur="500"/>
                                        <p:tgtEl>
                                          <p:spTgt spid="15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9"/>
          <p:cNvSpPr txBox="1">
            <a:spLocks noGrp="1"/>
          </p:cNvSpPr>
          <p:nvPr>
            <p:ph type="title"/>
          </p:nvPr>
        </p:nvSpPr>
        <p:spPr>
          <a:xfrm>
            <a:off x="1686130" y="0"/>
            <a:ext cx="5972100" cy="6360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600" b="1">
                <a:solidFill>
                  <a:schemeClr val="accent6"/>
                </a:solidFill>
                <a:latin typeface="Times New Roman"/>
                <a:ea typeface="Times New Roman"/>
                <a:cs typeface="Times New Roman"/>
                <a:sym typeface="Times New Roman"/>
              </a:rPr>
              <a:t>Giải thích về bộ dữ liệu</a:t>
            </a:r>
            <a:endParaRPr sz="4800">
              <a:solidFill>
                <a:schemeClr val="accent6"/>
              </a:solidFill>
            </a:endParaRPr>
          </a:p>
        </p:txBody>
      </p:sp>
      <p:sp>
        <p:nvSpPr>
          <p:cNvPr id="165" name="Google Shape;165;p9"/>
          <p:cNvSpPr txBox="1">
            <a:spLocks noGrp="1"/>
          </p:cNvSpPr>
          <p:nvPr>
            <p:ph type="body" idx="1"/>
          </p:nvPr>
        </p:nvSpPr>
        <p:spPr>
          <a:xfrm>
            <a:off x="676507" y="468351"/>
            <a:ext cx="7980863" cy="4675149"/>
          </a:xfrm>
          <a:prstGeom prst="rect">
            <a:avLst/>
          </a:prstGeom>
          <a:noFill/>
          <a:ln>
            <a:noFill/>
          </a:ln>
        </p:spPr>
        <p:txBody>
          <a:bodyPr spcFirstLastPara="1" wrap="square" lIns="91425" tIns="91425" rIns="91425" bIns="91425" anchor="t" anchorCtr="0">
            <a:noAutofit/>
          </a:bodyPr>
          <a:lstStyle/>
          <a:p>
            <a:pPr marL="76200" lvl="0" indent="0" algn="ctr" rtl="0">
              <a:lnSpc>
                <a:spcPct val="115000"/>
              </a:lnSpc>
              <a:spcBef>
                <a:spcPts val="600"/>
              </a:spcBef>
              <a:spcAft>
                <a:spcPts val="0"/>
              </a:spcAft>
              <a:buClr>
                <a:schemeClr val="dk1"/>
              </a:buClr>
              <a:buSzPts val="2400"/>
              <a:buNone/>
            </a:pPr>
            <a:r>
              <a:rPr lang="en-US" sz="1600" b="1">
                <a:solidFill>
                  <a:srgbClr val="FFCCE0"/>
                </a:solidFill>
                <a:latin typeface="Times New Roman"/>
                <a:ea typeface="Times New Roman"/>
                <a:cs typeface="Times New Roman"/>
                <a:sym typeface="Times New Roman"/>
              </a:rPr>
              <a:t>Dữ liệu được sử dụng là file ds_salaries.csv với cấu trúc</a:t>
            </a:r>
            <a:endParaRPr sz="1600" b="1">
              <a:solidFill>
                <a:srgbClr val="FFCCE0"/>
              </a:solidFill>
              <a:latin typeface="Times New Roman"/>
              <a:ea typeface="Times New Roman"/>
              <a:cs typeface="Times New Roman"/>
              <a:sym typeface="Times New Roman"/>
            </a:endParaRPr>
          </a:p>
          <a:p>
            <a:pPr marL="76200" lvl="0" indent="0" algn="ctr" rtl="0">
              <a:lnSpc>
                <a:spcPct val="115000"/>
              </a:lnSpc>
              <a:spcBef>
                <a:spcPts val="1400"/>
              </a:spcBef>
              <a:spcAft>
                <a:spcPts val="0"/>
              </a:spcAft>
              <a:buClr>
                <a:schemeClr val="dk1"/>
              </a:buClr>
              <a:buSzPts val="2400"/>
              <a:buNone/>
            </a:pPr>
            <a:r>
              <a:rPr lang="en-US" sz="1600" b="1">
                <a:solidFill>
                  <a:srgbClr val="FFCCE0"/>
                </a:solidFill>
                <a:latin typeface="Times New Roman"/>
                <a:ea typeface="Times New Roman"/>
                <a:cs typeface="Times New Roman"/>
                <a:sym typeface="Times New Roman"/>
              </a:rPr>
              <a:t> gốc gồm 11 trường thông tin quan trọng</a:t>
            </a:r>
            <a:endParaRPr sz="1600" b="1">
              <a:solidFill>
                <a:srgbClr val="FFCCE0"/>
              </a:solidFill>
              <a:latin typeface="Times New Roman"/>
              <a:ea typeface="Times New Roman"/>
              <a:cs typeface="Times New Roman"/>
              <a:sym typeface="Times New Roman"/>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work_year: Năm làm việc (2020-2023).</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experience_level: Cấp bậc kinh nghiệm (EN, MI, SE, EX).</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employment_type: Hình thức tuyển dụng (Full-time, Part-time...).</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job_title: Tên vị trí công việc (93 loại khác nhau).</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salary_in_usd: Mức lương đã quy đổi sang USD (đây là cột chính để phân tích).</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remote_ratio: Tỷ lệ làm việc từ xa (0, 50, 100).</a:t>
            </a:r>
            <a:endParaRPr/>
          </a:p>
          <a:p>
            <a:pPr marL="342900" lvl="0" indent="-342900" algn="l" rtl="0">
              <a:lnSpc>
                <a:spcPct val="115000"/>
              </a:lnSpc>
              <a:spcBef>
                <a:spcPts val="1400"/>
              </a:spcBef>
              <a:spcAft>
                <a:spcPts val="0"/>
              </a:spcAft>
              <a:buClr>
                <a:schemeClr val="dk1"/>
              </a:buClr>
              <a:buSzPts val="1000"/>
              <a:buFont typeface="Noto Sans Symbols"/>
              <a:buChar char="⮚"/>
            </a:pPr>
            <a:r>
              <a:rPr lang="en-US" sz="1600">
                <a:latin typeface="Times New Roman"/>
                <a:ea typeface="Times New Roman"/>
                <a:cs typeface="Times New Roman"/>
                <a:sym typeface="Times New Roman"/>
              </a:rPr>
              <a:t>company_size: Quy mô công ty (S, M, L).</a:t>
            </a:r>
            <a:endParaRPr/>
          </a:p>
          <a:p>
            <a:pPr marL="342900" lvl="0" indent="-342900" algn="l" rtl="0">
              <a:lnSpc>
                <a:spcPct val="115000"/>
              </a:lnSpc>
              <a:spcBef>
                <a:spcPts val="1400"/>
              </a:spcBef>
              <a:spcAft>
                <a:spcPts val="800"/>
              </a:spcAft>
              <a:buClr>
                <a:schemeClr val="dk1"/>
              </a:buClr>
              <a:buSzPts val="1000"/>
              <a:buFont typeface="Noto Sans Symbols"/>
              <a:buChar char="⮚"/>
            </a:pPr>
            <a:r>
              <a:rPr lang="en-US" sz="1600">
                <a:latin typeface="Times New Roman"/>
                <a:ea typeface="Times New Roman"/>
                <a:cs typeface="Times New Roman"/>
                <a:sym typeface="Times New Roman"/>
              </a:rPr>
              <a:t>Và các thông tin về địa điểm công ty, nơi cư trú của nhân viên.</a:t>
            </a:r>
            <a:endParaRPr/>
          </a:p>
        </p:txBody>
      </p:sp>
      <p:sp>
        <p:nvSpPr>
          <p:cNvPr id="166" name="Google Shape;166;p9"/>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7</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4"/>
                                        </p:tgtEl>
                                        <p:attrNameLst>
                                          <p:attrName>style.visibility</p:attrName>
                                        </p:attrNameLst>
                                      </p:cBhvr>
                                      <p:to>
                                        <p:strVal val="visible"/>
                                      </p:to>
                                    </p:set>
                                    <p:animEffect transition="in" filter="fade">
                                      <p:cBhvr>
                                        <p:cTn id="7" dur="500"/>
                                        <p:tgtEl>
                                          <p:spTgt spid="16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65">
                                            <p:txEl>
                                              <p:pRg st="0" end="0"/>
                                            </p:txEl>
                                          </p:spTgt>
                                        </p:tgtEl>
                                        <p:attrNameLst>
                                          <p:attrName>style.visibility</p:attrName>
                                        </p:attrNameLst>
                                      </p:cBhvr>
                                      <p:to>
                                        <p:strVal val="visible"/>
                                      </p:to>
                                    </p:set>
                                    <p:anim calcmode="lin" valueType="num">
                                      <p:cBhvr additive="base">
                                        <p:cTn id="12" dur="500"/>
                                        <p:tgtEl>
                                          <p:spTgt spid="1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65">
                                            <p:txEl>
                                              <p:pRg st="1" end="1"/>
                                            </p:txEl>
                                          </p:spTgt>
                                        </p:tgtEl>
                                        <p:attrNameLst>
                                          <p:attrName>style.visibility</p:attrName>
                                        </p:attrNameLst>
                                      </p:cBhvr>
                                      <p:to>
                                        <p:strVal val="visible"/>
                                      </p:to>
                                    </p:set>
                                    <p:anim calcmode="lin" valueType="num">
                                      <p:cBhvr additive="base">
                                        <p:cTn id="17" dur="500"/>
                                        <p:tgtEl>
                                          <p:spTgt spid="1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165">
                                            <p:txEl>
                                              <p:pRg st="2" end="2"/>
                                            </p:txEl>
                                          </p:spTgt>
                                        </p:tgtEl>
                                        <p:attrNameLst>
                                          <p:attrName>style.visibility</p:attrName>
                                        </p:attrNameLst>
                                      </p:cBhvr>
                                      <p:to>
                                        <p:strVal val="visible"/>
                                      </p:to>
                                    </p:set>
                                    <p:anim calcmode="lin" valueType="num">
                                      <p:cBhvr additive="base">
                                        <p:cTn id="22" dur="500"/>
                                        <p:tgtEl>
                                          <p:spTgt spid="16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165">
                                            <p:txEl>
                                              <p:pRg st="3" end="3"/>
                                            </p:txEl>
                                          </p:spTgt>
                                        </p:tgtEl>
                                        <p:attrNameLst>
                                          <p:attrName>style.visibility</p:attrName>
                                        </p:attrNameLst>
                                      </p:cBhvr>
                                      <p:to>
                                        <p:strVal val="visible"/>
                                      </p:to>
                                    </p:set>
                                    <p:anim calcmode="lin" valueType="num">
                                      <p:cBhvr additive="base">
                                        <p:cTn id="27" dur="500"/>
                                        <p:tgtEl>
                                          <p:spTgt spid="16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65">
                                            <p:txEl>
                                              <p:pRg st="4" end="4"/>
                                            </p:txEl>
                                          </p:spTgt>
                                        </p:tgtEl>
                                        <p:attrNameLst>
                                          <p:attrName>style.visibility</p:attrName>
                                        </p:attrNameLst>
                                      </p:cBhvr>
                                      <p:to>
                                        <p:strVal val="visible"/>
                                      </p:to>
                                    </p:set>
                                    <p:anim calcmode="lin" valueType="num">
                                      <p:cBhvr additive="base">
                                        <p:cTn id="32" dur="500"/>
                                        <p:tgtEl>
                                          <p:spTgt spid="16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65">
                                            <p:txEl>
                                              <p:pRg st="5" end="5"/>
                                            </p:txEl>
                                          </p:spTgt>
                                        </p:tgtEl>
                                        <p:attrNameLst>
                                          <p:attrName>style.visibility</p:attrName>
                                        </p:attrNameLst>
                                      </p:cBhvr>
                                      <p:to>
                                        <p:strVal val="visible"/>
                                      </p:to>
                                    </p:set>
                                    <p:anim calcmode="lin" valueType="num">
                                      <p:cBhvr additive="base">
                                        <p:cTn id="37" dur="500"/>
                                        <p:tgtEl>
                                          <p:spTgt spid="16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165">
                                            <p:txEl>
                                              <p:pRg st="6" end="6"/>
                                            </p:txEl>
                                          </p:spTgt>
                                        </p:tgtEl>
                                        <p:attrNameLst>
                                          <p:attrName>style.visibility</p:attrName>
                                        </p:attrNameLst>
                                      </p:cBhvr>
                                      <p:to>
                                        <p:strVal val="visible"/>
                                      </p:to>
                                    </p:set>
                                    <p:anim calcmode="lin" valueType="num">
                                      <p:cBhvr additive="base">
                                        <p:cTn id="42" dur="500"/>
                                        <p:tgtEl>
                                          <p:spTgt spid="16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65">
                                            <p:txEl>
                                              <p:pRg st="7" end="7"/>
                                            </p:txEl>
                                          </p:spTgt>
                                        </p:tgtEl>
                                        <p:attrNameLst>
                                          <p:attrName>style.visibility</p:attrName>
                                        </p:attrNameLst>
                                      </p:cBhvr>
                                      <p:to>
                                        <p:strVal val="visible"/>
                                      </p:to>
                                    </p:set>
                                    <p:anim calcmode="lin" valueType="num">
                                      <p:cBhvr additive="base">
                                        <p:cTn id="47" dur="500"/>
                                        <p:tgtEl>
                                          <p:spTgt spid="165">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165">
                                            <p:txEl>
                                              <p:pRg st="8" end="8"/>
                                            </p:txEl>
                                          </p:spTgt>
                                        </p:tgtEl>
                                        <p:attrNameLst>
                                          <p:attrName>style.visibility</p:attrName>
                                        </p:attrNameLst>
                                      </p:cBhvr>
                                      <p:to>
                                        <p:strVal val="visible"/>
                                      </p:to>
                                    </p:set>
                                    <p:anim calcmode="lin" valueType="num">
                                      <p:cBhvr additive="base">
                                        <p:cTn id="52" dur="500"/>
                                        <p:tgtEl>
                                          <p:spTgt spid="165">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165">
                                            <p:txEl>
                                              <p:pRg st="9" end="9"/>
                                            </p:txEl>
                                          </p:spTgt>
                                        </p:tgtEl>
                                        <p:attrNameLst>
                                          <p:attrName>style.visibility</p:attrName>
                                        </p:attrNameLst>
                                      </p:cBhvr>
                                      <p:to>
                                        <p:strVal val="visible"/>
                                      </p:to>
                                    </p:set>
                                    <p:anim calcmode="lin" valueType="num">
                                      <p:cBhvr additive="base">
                                        <p:cTn id="57" dur="500"/>
                                        <p:tgtEl>
                                          <p:spTgt spid="165">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13"/>
          <p:cNvSpPr txBox="1">
            <a:spLocks noGrp="1"/>
          </p:cNvSpPr>
          <p:nvPr>
            <p:ph type="ctrTitle" idx="4294967295"/>
          </p:nvPr>
        </p:nvSpPr>
        <p:spPr>
          <a:xfrm>
            <a:off x="735980" y="1152293"/>
            <a:ext cx="7278029" cy="2276657"/>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7200" b="1" i="0" u="none" strike="noStrike" cap="none">
                <a:solidFill>
                  <a:srgbClr val="FFFFFF"/>
                </a:solidFill>
                <a:latin typeface="Times New Roman"/>
                <a:ea typeface="Times New Roman"/>
                <a:cs typeface="Times New Roman"/>
                <a:sym typeface="Times New Roman"/>
              </a:rPr>
              <a:t>DASHBOARD CHI TIẾT</a:t>
            </a:r>
            <a:endParaRPr sz="7200" b="1" i="0" u="none" strike="noStrike" cap="none">
              <a:solidFill>
                <a:srgbClr val="FFFFFF"/>
              </a:solidFill>
              <a:latin typeface="Times New Roman"/>
              <a:ea typeface="Times New Roman"/>
              <a:cs typeface="Times New Roman"/>
              <a:sym typeface="Times New Roman"/>
            </a:endParaRPr>
          </a:p>
        </p:txBody>
      </p:sp>
      <p:sp>
        <p:nvSpPr>
          <p:cNvPr id="192" name="Google Shape;192;p13"/>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193" name="Google Shape;193;p13"/>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94" name="Google Shape;194;p13"/>
          <p:cNvGrpSpPr/>
          <p:nvPr/>
        </p:nvGrpSpPr>
        <p:grpSpPr>
          <a:xfrm>
            <a:off x="5777513" y="-2278"/>
            <a:ext cx="1254638" cy="1209257"/>
            <a:chOff x="6654650" y="3665275"/>
            <a:chExt cx="409100" cy="409125"/>
          </a:xfrm>
        </p:grpSpPr>
        <p:sp>
          <p:nvSpPr>
            <p:cNvPr id="195" name="Google Shape;195;p13"/>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6" name="Google Shape;196;p13"/>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197" name="Google Shape;197;p13"/>
          <p:cNvGrpSpPr/>
          <p:nvPr/>
        </p:nvGrpSpPr>
        <p:grpSpPr>
          <a:xfrm>
            <a:off x="537677" y="39243"/>
            <a:ext cx="1178181" cy="1333379"/>
            <a:chOff x="2978" y="4634875"/>
            <a:chExt cx="698572" cy="987068"/>
          </a:xfrm>
        </p:grpSpPr>
        <p:sp>
          <p:nvSpPr>
            <p:cNvPr id="198" name="Google Shape;198;p13"/>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9" name="Google Shape;199;p13"/>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0" name="Google Shape;200;p13"/>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1" name="Google Shape;201;p13"/>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02" name="Google Shape;202;p13"/>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3" name="Google Shape;203;p13"/>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4" name="Google Shape;204;p13"/>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8</a:t>
            </a:fld>
            <a:endParaRPr/>
          </a:p>
        </p:txBody>
      </p:sp>
      <p:sp>
        <p:nvSpPr>
          <p:cNvPr id="205" name="Google Shape;205;p13"/>
          <p:cNvSpPr txBox="1"/>
          <p:nvPr/>
        </p:nvSpPr>
        <p:spPr>
          <a:xfrm>
            <a:off x="1666478" y="28557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2</a:t>
            </a:r>
            <a:endParaRPr sz="4400" b="1" i="0" u="none" strike="noStrike" cap="none">
              <a:solidFill>
                <a:schemeClr val="dk1"/>
              </a:solidFill>
              <a:latin typeface="Arial"/>
              <a:ea typeface="Arial"/>
              <a:cs typeface="Arial"/>
              <a:sym typeface="Arial"/>
            </a:endParaRPr>
          </a:p>
        </p:txBody>
      </p:sp>
      <p:sp>
        <p:nvSpPr>
          <p:cNvPr id="206" name="Google Shape;206;p13"/>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1"/>
                                        </p:tgtEl>
                                        <p:attrNameLst>
                                          <p:attrName>style.visibility</p:attrName>
                                        </p:attrNameLst>
                                      </p:cBhvr>
                                      <p:to>
                                        <p:strVal val="visible"/>
                                      </p:to>
                                    </p:set>
                                    <p:animEffect transition="in" filter="fade">
                                      <p:cBhvr>
                                        <p:cTn id="7" dur="2000"/>
                                        <p:tgtEl>
                                          <p:spTgt spid="19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2">
                                            <p:txEl>
                                              <p:pRg st="0" end="0"/>
                                            </p:txEl>
                                          </p:spTgt>
                                        </p:tgtEl>
                                        <p:attrNameLst>
                                          <p:attrName>style.visibility</p:attrName>
                                        </p:attrNameLst>
                                      </p:cBhvr>
                                      <p:to>
                                        <p:strVal val="visible"/>
                                      </p:to>
                                    </p:set>
                                    <p:animEffect transition="in" filter="fade">
                                      <p:cBhvr>
                                        <p:cTn id="12" dur="2000"/>
                                        <p:tgtEl>
                                          <p:spTgt spid="19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14"/>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9</a:t>
            </a:fld>
            <a:endParaRPr/>
          </a:p>
        </p:txBody>
      </p:sp>
      <p:pic>
        <p:nvPicPr>
          <p:cNvPr id="212" name="Google Shape;212;p14"/>
          <p:cNvPicPr preferRelativeResize="0"/>
          <p:nvPr/>
        </p:nvPicPr>
        <p:blipFill>
          <a:blip r:embed="rId3">
            <a:alphaModFix/>
          </a:blip>
          <a:stretch>
            <a:fillRect/>
          </a:stretch>
        </p:blipFill>
        <p:spPr>
          <a:xfrm>
            <a:off x="0" y="26225"/>
            <a:ext cx="9144001" cy="50910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17"/>
          <p:cNvSpPr txBox="1">
            <a:spLocks noGrp="1"/>
          </p:cNvSpPr>
          <p:nvPr>
            <p:ph type="title"/>
          </p:nvPr>
        </p:nvSpPr>
        <p:spPr>
          <a:xfrm>
            <a:off x="1106417" y="190967"/>
            <a:ext cx="6257944" cy="870917"/>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US" sz="4400" b="1">
                <a:solidFill>
                  <a:srgbClr val="7F3300"/>
                </a:solidFill>
                <a:latin typeface="Times New Roman"/>
                <a:ea typeface="Times New Roman"/>
                <a:cs typeface="Times New Roman"/>
                <a:sym typeface="Times New Roman"/>
              </a:rPr>
              <a:t>Nhận xét</a:t>
            </a:r>
            <a:endParaRPr sz="4400">
              <a:solidFill>
                <a:srgbClr val="7F3300"/>
              </a:solidFill>
              <a:latin typeface="Times New Roman"/>
              <a:ea typeface="Times New Roman"/>
              <a:cs typeface="Times New Roman"/>
              <a:sym typeface="Times New Roman"/>
            </a:endParaRPr>
          </a:p>
        </p:txBody>
      </p:sp>
      <p:sp>
        <p:nvSpPr>
          <p:cNvPr id="232" name="Google Shape;232;p17"/>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latin typeface="Times New Roman"/>
                <a:ea typeface="Times New Roman"/>
                <a:cs typeface="Times New Roman"/>
                <a:sym typeface="Times New Roman"/>
              </a:rPr>
              <a:t>10</a:t>
            </a:fld>
            <a:endParaRPr>
              <a:latin typeface="Times New Roman"/>
              <a:ea typeface="Times New Roman"/>
              <a:cs typeface="Times New Roman"/>
              <a:sym typeface="Times New Roman"/>
            </a:endParaRPr>
          </a:p>
        </p:txBody>
      </p:sp>
      <p:sp>
        <p:nvSpPr>
          <p:cNvPr id="233" name="Google Shape;233;p17"/>
          <p:cNvSpPr txBox="1"/>
          <p:nvPr/>
        </p:nvSpPr>
        <p:spPr>
          <a:xfrm>
            <a:off x="2118851" y="1166881"/>
            <a:ext cx="4572000" cy="37856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a:solidFill>
                  <a:schemeClr val="dk1"/>
                </a:solidFill>
                <a:latin typeface="Times New Roman"/>
                <a:ea typeface="Times New Roman"/>
                <a:cs typeface="Times New Roman"/>
                <a:sym typeface="Times New Roman"/>
              </a:rPr>
              <a:t>2020 → 2021:</a:t>
            </a:r>
            <a:r>
              <a:rPr lang="en-US" sz="2000" b="0" i="0" u="none" strike="noStrike" cap="none">
                <a:solidFill>
                  <a:schemeClr val="dk1"/>
                </a:solidFill>
                <a:latin typeface="Times New Roman"/>
                <a:ea typeface="Times New Roman"/>
                <a:cs typeface="Times New Roman"/>
                <a:sym typeface="Times New Roman"/>
              </a:rPr>
              <a:t> tăng nhẹ (92K → 94K)</a:t>
            </a: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US" sz="2000" b="1" i="0" u="none" strike="noStrike" cap="none">
                <a:solidFill>
                  <a:schemeClr val="dk1"/>
                </a:solidFill>
                <a:latin typeface="Times New Roman"/>
                <a:ea typeface="Times New Roman"/>
                <a:cs typeface="Times New Roman"/>
                <a:sym typeface="Times New Roman"/>
              </a:rPr>
              <a:t>2021 → 2022:</a:t>
            </a:r>
            <a:r>
              <a:rPr lang="en-US" sz="2000" b="0" i="0" u="none" strike="noStrike" cap="none">
                <a:solidFill>
                  <a:schemeClr val="dk1"/>
                </a:solidFill>
                <a:latin typeface="Times New Roman"/>
                <a:ea typeface="Times New Roman"/>
                <a:cs typeface="Times New Roman"/>
                <a:sym typeface="Times New Roman"/>
              </a:rPr>
              <a:t> tăng mạnh (94K → 133K)</a:t>
            </a: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US" sz="2000" b="0" i="0" u="none" strike="noStrike" cap="none">
                <a:solidFill>
                  <a:schemeClr val="dk1"/>
                </a:solidFill>
                <a:latin typeface="Times New Roman"/>
                <a:ea typeface="Times New Roman"/>
                <a:cs typeface="Times New Roman"/>
                <a:sym typeface="Times New Roman"/>
              </a:rPr>
              <a:t> 🡪 giai đoạn bùng nổ nhu cầu Data/AI.</a:t>
            </a: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US" sz="2000" b="1" i="0" u="none" strike="noStrike" cap="none">
                <a:solidFill>
                  <a:schemeClr val="dk1"/>
                </a:solidFill>
                <a:latin typeface="Times New Roman"/>
                <a:ea typeface="Times New Roman"/>
                <a:cs typeface="Times New Roman"/>
                <a:sym typeface="Times New Roman"/>
              </a:rPr>
              <a:t>2022 → 2023:</a:t>
            </a:r>
            <a:r>
              <a:rPr lang="en-US" sz="2000" b="0" i="0" u="none" strike="noStrike" cap="none">
                <a:solidFill>
                  <a:schemeClr val="dk1"/>
                </a:solidFill>
                <a:latin typeface="Times New Roman"/>
                <a:ea typeface="Times New Roman"/>
                <a:cs typeface="Times New Roman"/>
                <a:sym typeface="Times New Roman"/>
              </a:rPr>
              <a:t> tiếp tục tăng nhưng chậm hơn (133K → 140K).</a:t>
            </a: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0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US" sz="2000" b="0" i="0" u="none" strike="noStrike" cap="none">
                <a:solidFill>
                  <a:schemeClr val="dk1"/>
                </a:solidFill>
                <a:latin typeface="Times New Roman"/>
                <a:ea typeface="Times New Roman"/>
                <a:cs typeface="Times New Roman"/>
                <a:sym typeface="Times New Roman"/>
              </a:rPr>
              <a:t>➡️ </a:t>
            </a:r>
            <a:r>
              <a:rPr lang="en-US" sz="2000" b="1" i="0" u="none" strike="noStrike" cap="none">
                <a:solidFill>
                  <a:schemeClr val="dk1"/>
                </a:solidFill>
                <a:latin typeface="Times New Roman"/>
                <a:ea typeface="Times New Roman"/>
                <a:cs typeface="Times New Roman"/>
                <a:sym typeface="Times New Roman"/>
              </a:rPr>
              <a:t>Xu hướng chung:</a:t>
            </a:r>
            <a:r>
              <a:rPr lang="en-US" sz="2000" b="0" i="0" u="none" strike="noStrike" cap="none">
                <a:solidFill>
                  <a:schemeClr val="dk1"/>
                </a:solidFill>
                <a:latin typeface="Times New Roman"/>
                <a:ea typeface="Times New Roman"/>
                <a:cs typeface="Times New Roman"/>
                <a:sym typeface="Times New Roman"/>
              </a:rPr>
              <a:t> Lương ngành Data Science &amp; AI tăng rõ rệt trong 4 năm được phân tích.</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1"/>
                                        </p:tgtEl>
                                        <p:attrNameLst>
                                          <p:attrName>style.visibility</p:attrName>
                                        </p:attrNameLst>
                                      </p:cBhvr>
                                      <p:to>
                                        <p:strVal val="visible"/>
                                      </p:to>
                                    </p:set>
                                    <p:animEffect transition="in" filter="fade">
                                      <p:cBhvr>
                                        <p:cTn id="7" dur="500"/>
                                        <p:tgtEl>
                                          <p:spTgt spid="2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233"/>
                                        </p:tgtEl>
                                      </p:cBhvr>
                                    </p:animEffect>
                                    <p:set>
                                      <p:cBhvr>
                                        <p:cTn id="12" dur="1" fill="hold">
                                          <p:stCondLst>
                                            <p:cond delay="50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19"/>
          <p:cNvSpPr txBox="1">
            <a:spLocks noGrp="1"/>
          </p:cNvSpPr>
          <p:nvPr>
            <p:ph type="title"/>
          </p:nvPr>
        </p:nvSpPr>
        <p:spPr>
          <a:xfrm>
            <a:off x="1480042" y="0"/>
            <a:ext cx="5363209" cy="776748"/>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200" b="1">
                <a:solidFill>
                  <a:srgbClr val="BF4C00"/>
                </a:solidFill>
                <a:latin typeface="Arial"/>
                <a:ea typeface="Arial"/>
                <a:cs typeface="Arial"/>
                <a:sym typeface="Arial"/>
              </a:rPr>
              <a:t>3. Tổng kết </a:t>
            </a:r>
            <a:endParaRPr sz="7200">
              <a:solidFill>
                <a:srgbClr val="BF4C00"/>
              </a:solidFill>
              <a:latin typeface="Arial"/>
              <a:ea typeface="Arial"/>
              <a:cs typeface="Arial"/>
              <a:sym typeface="Arial"/>
            </a:endParaRPr>
          </a:p>
        </p:txBody>
      </p:sp>
      <p:sp>
        <p:nvSpPr>
          <p:cNvPr id="246" name="Google Shape;246;p19"/>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latin typeface="Times New Roman"/>
                <a:ea typeface="Times New Roman"/>
                <a:cs typeface="Times New Roman"/>
                <a:sym typeface="Times New Roman"/>
              </a:rPr>
              <a:t>11</a:t>
            </a:fld>
            <a:endParaRPr>
              <a:latin typeface="Times New Roman"/>
              <a:ea typeface="Times New Roman"/>
              <a:cs typeface="Times New Roman"/>
              <a:sym typeface="Times New Roman"/>
            </a:endParaRPr>
          </a:p>
        </p:txBody>
      </p:sp>
      <p:sp>
        <p:nvSpPr>
          <p:cNvPr id="247" name="Google Shape;247;p19"/>
          <p:cNvSpPr/>
          <p:nvPr/>
        </p:nvSpPr>
        <p:spPr>
          <a:xfrm>
            <a:off x="1229032" y="988516"/>
            <a:ext cx="6508955" cy="4154984"/>
          </a:xfrm>
          <a:prstGeom prst="rect">
            <a:avLst/>
          </a:prstGeom>
          <a:noFill/>
          <a:ln>
            <a:noFill/>
          </a:ln>
        </p:spPr>
        <p:txBody>
          <a:bodyPr spcFirstLastPara="1" wrap="square" lIns="91425" tIns="45700" rIns="91425" bIns="45700" anchor="ctr" anchorCtr="0">
            <a:spAutoFit/>
          </a:bodyPr>
          <a:lstStyle/>
          <a:p>
            <a:pPr marL="342900" marR="0" lvl="0" indent="-342900" algn="l" rtl="0">
              <a:lnSpc>
                <a:spcPct val="100000"/>
              </a:lnSpc>
              <a:spcBef>
                <a:spcPts val="0"/>
              </a:spcBef>
              <a:spcAft>
                <a:spcPts val="0"/>
              </a:spcAft>
              <a:buClr>
                <a:srgbClr val="FF0000"/>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Tăng mạnh nhất vào </a:t>
            </a:r>
            <a:r>
              <a:rPr lang="en-US" sz="2400" b="1" i="0" u="none" strike="noStrike" cap="none">
                <a:solidFill>
                  <a:schemeClr val="dk1"/>
                </a:solidFill>
                <a:latin typeface="Times New Roman"/>
                <a:ea typeface="Times New Roman"/>
                <a:cs typeface="Times New Roman"/>
                <a:sym typeface="Times New Roman"/>
              </a:rPr>
              <a:t>năm 2022</a:t>
            </a:r>
            <a:endParaRPr sz="2400" b="0" i="0" u="none" strike="noStrike" cap="none">
              <a:solidFill>
                <a:schemeClr val="dk1"/>
              </a:solidFill>
              <a:latin typeface="Times New Roman"/>
              <a:ea typeface="Times New Roman"/>
              <a:cs typeface="Times New Roman"/>
              <a:sym typeface="Times New Roman"/>
            </a:endParaRPr>
          </a:p>
          <a:p>
            <a:pPr marL="342900" marR="0" lvl="0" indent="-190500" algn="l" rtl="0">
              <a:lnSpc>
                <a:spcPct val="100000"/>
              </a:lnSpc>
              <a:spcBef>
                <a:spcPts val="0"/>
              </a:spcBef>
              <a:spcAft>
                <a:spcPts val="0"/>
              </a:spcAft>
              <a:buClr>
                <a:srgbClr val="FF0000"/>
              </a:buClr>
              <a:buSzPts val="2400"/>
              <a:buFont typeface="Noto Sans Symbols"/>
              <a:buNone/>
            </a:pPr>
            <a:endParaRPr sz="24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FF0000"/>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Năm 2023 có mức lương cao nhất và chiếm tỷ trọng lớn nhất trong tổng mức lương 4 năm</a:t>
            </a:r>
            <a:endParaRPr sz="2400" b="0" i="0" u="none" strike="noStrike" cap="none">
              <a:solidFill>
                <a:schemeClr val="dk1"/>
              </a:solidFill>
              <a:latin typeface="Times New Roman"/>
              <a:ea typeface="Times New Roman"/>
              <a:cs typeface="Times New Roman"/>
              <a:sym typeface="Times New Roman"/>
            </a:endParaRPr>
          </a:p>
          <a:p>
            <a:pPr marL="342900" marR="0" lvl="0" indent="-190500" algn="l" rtl="0">
              <a:lnSpc>
                <a:spcPct val="100000"/>
              </a:lnSpc>
              <a:spcBef>
                <a:spcPts val="0"/>
              </a:spcBef>
              <a:spcAft>
                <a:spcPts val="0"/>
              </a:spcAft>
              <a:buClr>
                <a:srgbClr val="FF0000"/>
              </a:buClr>
              <a:buSzPts val="2400"/>
              <a:buFont typeface="Noto Sans Symbols"/>
              <a:buNone/>
            </a:pPr>
            <a:endParaRPr sz="24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FF0000"/>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Dashboard được thiết kế với các mục để phân tích thêm theo công việc, khu vực, kinh nghiệm &amp; remote</a:t>
            </a:r>
            <a:endParaRPr/>
          </a:p>
          <a:p>
            <a:pPr marL="0" marR="0" lvl="0" indent="0" algn="l" rtl="0">
              <a:lnSpc>
                <a:spcPct val="100000"/>
              </a:lnSpc>
              <a:spcBef>
                <a:spcPts val="0"/>
              </a:spcBef>
              <a:spcAft>
                <a:spcPts val="0"/>
              </a:spcAft>
              <a:buNone/>
            </a:pPr>
            <a:endParaRPr sz="24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FF0000"/>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Lương ngành DS/AI tăng đều trong giai đoạn 2020–2023.</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5"/>
                                        </p:tgtEl>
                                        <p:attrNameLst>
                                          <p:attrName>style.visibility</p:attrName>
                                        </p:attrNameLst>
                                      </p:cBhvr>
                                      <p:to>
                                        <p:strVal val="visible"/>
                                      </p:to>
                                    </p:set>
                                    <p:animEffect transition="in" filter="fade">
                                      <p:cBhvr>
                                        <p:cTn id="7" dur="500"/>
                                        <p:tgtEl>
                                          <p:spTgt spid="24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47"/>
                                        </p:tgtEl>
                                        <p:attrNameLst>
                                          <p:attrName>style.visibility</p:attrName>
                                        </p:attrNameLst>
                                      </p:cBhvr>
                                      <p:to>
                                        <p:strVal val="visible"/>
                                      </p:to>
                                    </p:set>
                                    <p:anim calcmode="lin" valueType="num">
                                      <p:cBhvr additive="base">
                                        <p:cTn id="12" dur="500"/>
                                        <p:tgtEl>
                                          <p:spTgt spid="24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0"/>
          <p:cNvSpPr txBox="1">
            <a:spLocks noGrp="1"/>
          </p:cNvSpPr>
          <p:nvPr>
            <p:ph type="ctrTitle" idx="4294967295"/>
          </p:nvPr>
        </p:nvSpPr>
        <p:spPr>
          <a:xfrm>
            <a:off x="735980" y="1152293"/>
            <a:ext cx="7278029" cy="2276657"/>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7200" b="1" i="0" u="none" strike="noStrike" cap="none">
                <a:solidFill>
                  <a:srgbClr val="FFFFFF"/>
                </a:solidFill>
                <a:latin typeface="Times New Roman"/>
                <a:ea typeface="Times New Roman"/>
                <a:cs typeface="Times New Roman"/>
                <a:sym typeface="Times New Roman"/>
              </a:rPr>
              <a:t>DASHBOARD TỔNG QUAN</a:t>
            </a:r>
            <a:endParaRPr sz="7200" b="1" i="0" u="none" strike="noStrike" cap="none">
              <a:solidFill>
                <a:srgbClr val="FFFFFF"/>
              </a:solidFill>
              <a:latin typeface="Times New Roman"/>
              <a:ea typeface="Times New Roman"/>
              <a:cs typeface="Times New Roman"/>
              <a:sym typeface="Times New Roman"/>
            </a:endParaRPr>
          </a:p>
        </p:txBody>
      </p:sp>
      <p:sp>
        <p:nvSpPr>
          <p:cNvPr id="253" name="Google Shape;253;p20"/>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254" name="Google Shape;254;p20"/>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255" name="Google Shape;255;p20"/>
          <p:cNvGrpSpPr/>
          <p:nvPr/>
        </p:nvGrpSpPr>
        <p:grpSpPr>
          <a:xfrm>
            <a:off x="5777513" y="-2278"/>
            <a:ext cx="1254638" cy="1209257"/>
            <a:chOff x="6654650" y="3665275"/>
            <a:chExt cx="409100" cy="409125"/>
          </a:xfrm>
        </p:grpSpPr>
        <p:sp>
          <p:nvSpPr>
            <p:cNvPr id="256" name="Google Shape;256;p20"/>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7" name="Google Shape;257;p20"/>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258" name="Google Shape;258;p20"/>
          <p:cNvGrpSpPr/>
          <p:nvPr/>
        </p:nvGrpSpPr>
        <p:grpSpPr>
          <a:xfrm>
            <a:off x="537677" y="39243"/>
            <a:ext cx="1178181" cy="1333379"/>
            <a:chOff x="2978" y="4634875"/>
            <a:chExt cx="698572" cy="987068"/>
          </a:xfrm>
        </p:grpSpPr>
        <p:sp>
          <p:nvSpPr>
            <p:cNvPr id="259" name="Google Shape;259;p20"/>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0" name="Google Shape;260;p20"/>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20"/>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2" name="Google Shape;262;p20"/>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63" name="Google Shape;263;p20"/>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4" name="Google Shape;264;p20"/>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5" name="Google Shape;265;p20"/>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12</a:t>
            </a:fld>
            <a:endParaRPr/>
          </a:p>
        </p:txBody>
      </p:sp>
      <p:sp>
        <p:nvSpPr>
          <p:cNvPr id="266" name="Google Shape;266;p20"/>
          <p:cNvSpPr txBox="1"/>
          <p:nvPr/>
        </p:nvSpPr>
        <p:spPr>
          <a:xfrm>
            <a:off x="1666478" y="28557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2</a:t>
            </a:r>
            <a:endParaRPr sz="4400" b="1" i="0" u="none" strike="noStrike" cap="none">
              <a:solidFill>
                <a:schemeClr val="dk1"/>
              </a:solidFill>
              <a:latin typeface="Arial"/>
              <a:ea typeface="Arial"/>
              <a:cs typeface="Arial"/>
              <a:sym typeface="Arial"/>
            </a:endParaRPr>
          </a:p>
        </p:txBody>
      </p:sp>
      <p:sp>
        <p:nvSpPr>
          <p:cNvPr id="267" name="Google Shape;267;p20"/>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2"/>
                                        </p:tgtEl>
                                        <p:attrNameLst>
                                          <p:attrName>style.visibility</p:attrName>
                                        </p:attrNameLst>
                                      </p:cBhvr>
                                      <p:to>
                                        <p:strVal val="visible"/>
                                      </p:to>
                                    </p:set>
                                    <p:animEffect transition="in" filter="fade">
                                      <p:cBhvr>
                                        <p:cTn id="7" dur="500"/>
                                        <p:tgtEl>
                                          <p:spTgt spid="25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53">
                                            <p:txEl>
                                              <p:pRg st="0" end="0"/>
                                            </p:txEl>
                                          </p:spTgt>
                                        </p:tgtEl>
                                        <p:attrNameLst>
                                          <p:attrName>style.visibility</p:attrName>
                                        </p:attrNameLst>
                                      </p:cBhvr>
                                      <p:to>
                                        <p:strVal val="visible"/>
                                      </p:to>
                                    </p:set>
                                    <p:anim calcmode="lin" valueType="num">
                                      <p:cBhvr additive="base">
                                        <p:cTn id="12" dur="500"/>
                                        <p:tgtEl>
                                          <p:spTgt spid="25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30"/>
          <p:cNvSpPr txBox="1">
            <a:spLocks noGrp="1"/>
          </p:cNvSpPr>
          <p:nvPr>
            <p:ph type="title"/>
          </p:nvPr>
        </p:nvSpPr>
        <p:spPr>
          <a:xfrm>
            <a:off x="275303" y="29497"/>
            <a:ext cx="7452852" cy="972194"/>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2000">
                <a:solidFill>
                  <a:srgbClr val="FFA366"/>
                </a:solidFill>
                <a:latin typeface="Times New Roman"/>
                <a:ea typeface="Times New Roman"/>
                <a:cs typeface="Times New Roman"/>
                <a:sym typeface="Times New Roman"/>
              </a:rPr>
              <a:t>7. Tổng kết </a:t>
            </a:r>
            <a:endParaRPr sz="2000">
              <a:solidFill>
                <a:srgbClr val="FFA366"/>
              </a:solidFill>
              <a:latin typeface="Times New Roman"/>
              <a:ea typeface="Times New Roman"/>
              <a:cs typeface="Times New Roman"/>
              <a:sym typeface="Times New Roman"/>
            </a:endParaRPr>
          </a:p>
        </p:txBody>
      </p:sp>
      <p:sp>
        <p:nvSpPr>
          <p:cNvPr id="345" name="Google Shape;345;p30"/>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13</a:t>
            </a:fld>
            <a:endParaRPr/>
          </a:p>
        </p:txBody>
      </p:sp>
      <p:sp>
        <p:nvSpPr>
          <p:cNvPr id="346" name="Google Shape;346;p30"/>
          <p:cNvSpPr txBox="1"/>
          <p:nvPr/>
        </p:nvSpPr>
        <p:spPr>
          <a:xfrm>
            <a:off x="570271" y="757084"/>
            <a:ext cx="8573604" cy="4154984"/>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 Ngành Data/AI có </a:t>
            </a:r>
            <a:r>
              <a:rPr lang="en-US" sz="2400" b="1" i="0" u="none" strike="noStrike" cap="none">
                <a:solidFill>
                  <a:schemeClr val="dk1"/>
                </a:solidFill>
                <a:latin typeface="Times New Roman"/>
                <a:ea typeface="Times New Roman"/>
                <a:cs typeface="Times New Roman"/>
                <a:sym typeface="Times New Roman"/>
              </a:rPr>
              <a:t>lương tăng mạnh từ 2021 → 2022</a:t>
            </a:r>
            <a:r>
              <a:rPr lang="en-US" sz="2400" b="0" i="0" u="none" strike="noStrike" cap="none">
                <a:solidFill>
                  <a:schemeClr val="dk1"/>
                </a:solidFill>
                <a:latin typeface="Times New Roman"/>
                <a:ea typeface="Times New Roman"/>
                <a:cs typeface="Times New Roman"/>
                <a:sym typeface="Times New Roman"/>
              </a:rPr>
              <a:t>.</a:t>
            </a:r>
            <a:endParaRPr sz="24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400" b="0" i="0" u="none" strike="noStrike" cap="none">
              <a:solidFill>
                <a:schemeClr val="dk1"/>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 Nhân sự </a:t>
            </a:r>
            <a:r>
              <a:rPr lang="en-US" sz="2400" b="1" i="0" u="none" strike="noStrike" cap="none">
                <a:solidFill>
                  <a:schemeClr val="dk1"/>
                </a:solidFill>
                <a:latin typeface="Times New Roman"/>
                <a:ea typeface="Times New Roman"/>
                <a:cs typeface="Times New Roman"/>
                <a:sym typeface="Times New Roman"/>
              </a:rPr>
              <a:t>Senior chiếm đa số</a:t>
            </a:r>
            <a:r>
              <a:rPr lang="en-US" sz="2400" b="0" i="0" u="none" strike="noStrike" cap="none">
                <a:solidFill>
                  <a:schemeClr val="dk1"/>
                </a:solidFill>
                <a:latin typeface="Times New Roman"/>
                <a:ea typeface="Times New Roman"/>
                <a:cs typeface="Times New Roman"/>
                <a:sym typeface="Times New Roman"/>
              </a:rPr>
              <a:t>, ảnh hưởng đến</a:t>
            </a:r>
            <a:endParaRPr/>
          </a:p>
          <a:p>
            <a:pPr marL="0" marR="0" lvl="0" indent="0" algn="l" rtl="0">
              <a:lnSpc>
                <a:spcPct val="100000"/>
              </a:lnSpc>
              <a:spcBef>
                <a:spcPts val="0"/>
              </a:spcBef>
              <a:spcAft>
                <a:spcPts val="0"/>
              </a:spcAft>
              <a:buNone/>
            </a:pPr>
            <a:r>
              <a:rPr lang="en-US" sz="2400" b="0" i="0" u="none" strike="noStrike" cap="none">
                <a:solidFill>
                  <a:schemeClr val="dk1"/>
                </a:solidFill>
                <a:latin typeface="Times New Roman"/>
                <a:ea typeface="Times New Roman"/>
                <a:cs typeface="Times New Roman"/>
                <a:sym typeface="Times New Roman"/>
              </a:rPr>
              <a:t>mức lương trung bình cao.</a:t>
            </a:r>
            <a:endParaRPr sz="2400" b="0" i="0" u="none" strike="noStrike" cap="none">
              <a:solidFill>
                <a:schemeClr val="dk1"/>
              </a:solidFill>
              <a:latin typeface="Times New Roman"/>
              <a:ea typeface="Times New Roman"/>
              <a:cs typeface="Times New Roman"/>
              <a:sym typeface="Times New Roman"/>
            </a:endParaRPr>
          </a:p>
          <a:p>
            <a:pPr marL="285750" marR="0" lvl="0" indent="-133350" algn="l" rtl="0">
              <a:lnSpc>
                <a:spcPct val="100000"/>
              </a:lnSpc>
              <a:spcBef>
                <a:spcPts val="0"/>
              </a:spcBef>
              <a:spcAft>
                <a:spcPts val="0"/>
              </a:spcAft>
              <a:buClr>
                <a:schemeClr val="dk1"/>
              </a:buClr>
              <a:buSzPts val="2400"/>
              <a:buFont typeface="Noto Sans Symbols"/>
              <a:buNone/>
            </a:pPr>
            <a:endParaRPr sz="2400" b="0" i="0" u="none" strike="noStrike" cap="none">
              <a:solidFill>
                <a:schemeClr val="dk1"/>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 Hình thức làm việc chủ yếu: </a:t>
            </a:r>
            <a:r>
              <a:rPr lang="en-US" sz="2400" b="1" i="0" u="none" strike="noStrike" cap="none">
                <a:solidFill>
                  <a:schemeClr val="dk1"/>
                </a:solidFill>
                <a:latin typeface="Times New Roman"/>
                <a:ea typeface="Times New Roman"/>
                <a:cs typeface="Times New Roman"/>
                <a:sym typeface="Times New Roman"/>
              </a:rPr>
              <a:t>Office + Hybrid</a:t>
            </a:r>
            <a:r>
              <a:rPr lang="en-US" sz="2400" b="0" i="0" u="none" strike="noStrike" cap="none">
                <a:solidFill>
                  <a:schemeClr val="dk1"/>
                </a:solidFill>
                <a:latin typeface="Times New Roman"/>
                <a:ea typeface="Times New Roman"/>
                <a:cs typeface="Times New Roman"/>
                <a:sym typeface="Times New Roman"/>
              </a:rPr>
              <a:t>,</a:t>
            </a:r>
            <a:endParaRPr sz="24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US" sz="2400" b="0" i="0" u="none" strike="noStrike" cap="none">
                <a:solidFill>
                  <a:schemeClr val="dk1"/>
                </a:solidFill>
                <a:latin typeface="Times New Roman"/>
                <a:ea typeface="Times New Roman"/>
                <a:cs typeface="Times New Roman"/>
                <a:sym typeface="Times New Roman"/>
              </a:rPr>
              <a:t>remote 100% rất thấp.</a:t>
            </a:r>
            <a:endParaRPr sz="24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400" b="0" i="0" u="none" strike="noStrike" cap="none">
              <a:solidFill>
                <a:schemeClr val="dk1"/>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Israel, Mỹ và Puerto Rico là </a:t>
            </a:r>
            <a:r>
              <a:rPr lang="en-US" sz="2400" b="1" i="0" u="none" strike="noStrike" cap="none">
                <a:solidFill>
                  <a:schemeClr val="dk1"/>
                </a:solidFill>
                <a:latin typeface="Times New Roman"/>
                <a:ea typeface="Times New Roman"/>
                <a:cs typeface="Times New Roman"/>
                <a:sym typeface="Times New Roman"/>
              </a:rPr>
              <a:t>những nơi trả lương cao nhất</a:t>
            </a:r>
            <a:r>
              <a:rPr lang="en-US" sz="2400" b="0" i="0" u="none" strike="noStrike" cap="none">
                <a:solidFill>
                  <a:schemeClr val="dk1"/>
                </a:solidFill>
                <a:latin typeface="Times New Roman"/>
                <a:ea typeface="Times New Roman"/>
                <a:cs typeface="Times New Roman"/>
                <a:sym typeface="Times New Roman"/>
              </a:rPr>
              <a:t>.</a:t>
            </a:r>
            <a:endParaRPr sz="2400" b="0" i="0" u="none" strike="noStrike" cap="none">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endParaRPr sz="2400" b="0" i="0" u="none" strike="noStrike" cap="none">
              <a:solidFill>
                <a:schemeClr val="dk1"/>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Tăng trưởng lương YoY chỉ 3% → thị trường đang dần bão hòa</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4"/>
                                        </p:tgtEl>
                                        <p:attrNameLst>
                                          <p:attrName>style.visibility</p:attrName>
                                        </p:attrNameLst>
                                      </p:cBhvr>
                                      <p:to>
                                        <p:strVal val="visible"/>
                                      </p:to>
                                    </p:set>
                                    <p:animEffect transition="in" filter="fade">
                                      <p:cBhvr>
                                        <p:cTn id="7" dur="500"/>
                                        <p:tgtEl>
                                          <p:spTgt spid="34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46"/>
                                        </p:tgtEl>
                                        <p:attrNameLst>
                                          <p:attrName>style.visibility</p:attrName>
                                        </p:attrNameLst>
                                      </p:cBhvr>
                                      <p:to>
                                        <p:strVal val="visible"/>
                                      </p:to>
                                    </p:set>
                                    <p:anim calcmode="lin" valueType="num">
                                      <p:cBhvr additive="base">
                                        <p:cTn id="12" dur="500"/>
                                        <p:tgtEl>
                                          <p:spTgt spid="3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31"/>
          <p:cNvSpPr txBox="1">
            <a:spLocks noGrp="1"/>
          </p:cNvSpPr>
          <p:nvPr>
            <p:ph type="ctrTitle" idx="4294967295"/>
          </p:nvPr>
        </p:nvSpPr>
        <p:spPr>
          <a:xfrm>
            <a:off x="735980" y="1152293"/>
            <a:ext cx="7278029" cy="2276657"/>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7200" b="1" i="0" u="none" strike="noStrike" cap="none">
                <a:solidFill>
                  <a:srgbClr val="FFFFFF"/>
                </a:solidFill>
                <a:latin typeface="Times New Roman"/>
                <a:ea typeface="Times New Roman"/>
                <a:cs typeface="Times New Roman"/>
                <a:sym typeface="Times New Roman"/>
              </a:rPr>
              <a:t>DASHBOARD </a:t>
            </a:r>
            <a:br>
              <a:rPr lang="en-US" sz="7200" b="1" i="0" u="none" strike="noStrike" cap="none">
                <a:solidFill>
                  <a:srgbClr val="FFFFFF"/>
                </a:solidFill>
                <a:latin typeface="Times New Roman"/>
                <a:ea typeface="Times New Roman"/>
                <a:cs typeface="Times New Roman"/>
                <a:sym typeface="Times New Roman"/>
              </a:rPr>
            </a:br>
            <a:r>
              <a:rPr lang="en-US" sz="7200" b="1" i="0" u="none" strike="noStrike" cap="none">
                <a:solidFill>
                  <a:srgbClr val="FFFFFF"/>
                </a:solidFill>
                <a:latin typeface="Times New Roman"/>
                <a:ea typeface="Times New Roman"/>
                <a:cs typeface="Times New Roman"/>
                <a:sym typeface="Times New Roman"/>
              </a:rPr>
              <a:t>CÔNG VIỆC </a:t>
            </a:r>
            <a:endParaRPr sz="7200" b="1" i="0" u="none" strike="noStrike" cap="none">
              <a:solidFill>
                <a:srgbClr val="FFFFFF"/>
              </a:solidFill>
              <a:latin typeface="Times New Roman"/>
              <a:ea typeface="Times New Roman"/>
              <a:cs typeface="Times New Roman"/>
              <a:sym typeface="Times New Roman"/>
            </a:endParaRPr>
          </a:p>
        </p:txBody>
      </p:sp>
      <p:sp>
        <p:nvSpPr>
          <p:cNvPr id="352" name="Google Shape;352;p31"/>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353" name="Google Shape;353;p31"/>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54" name="Google Shape;354;p31"/>
          <p:cNvGrpSpPr/>
          <p:nvPr/>
        </p:nvGrpSpPr>
        <p:grpSpPr>
          <a:xfrm>
            <a:off x="5777513" y="-2278"/>
            <a:ext cx="1254638" cy="1209257"/>
            <a:chOff x="6654650" y="3665275"/>
            <a:chExt cx="409100" cy="409125"/>
          </a:xfrm>
        </p:grpSpPr>
        <p:sp>
          <p:nvSpPr>
            <p:cNvPr id="355" name="Google Shape;355;p31"/>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6" name="Google Shape;356;p31"/>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357" name="Google Shape;357;p31"/>
          <p:cNvGrpSpPr/>
          <p:nvPr/>
        </p:nvGrpSpPr>
        <p:grpSpPr>
          <a:xfrm>
            <a:off x="537677" y="39243"/>
            <a:ext cx="1178181" cy="1333379"/>
            <a:chOff x="2978" y="4634875"/>
            <a:chExt cx="698572" cy="987068"/>
          </a:xfrm>
        </p:grpSpPr>
        <p:sp>
          <p:nvSpPr>
            <p:cNvPr id="358" name="Google Shape;358;p31"/>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9" name="Google Shape;359;p31"/>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0" name="Google Shape;360;p31"/>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1" name="Google Shape;361;p31"/>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362" name="Google Shape;362;p31"/>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3" name="Google Shape;363;p31"/>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4" name="Google Shape;364;p31"/>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14</a:t>
            </a:fld>
            <a:endParaRPr/>
          </a:p>
        </p:txBody>
      </p:sp>
      <p:sp>
        <p:nvSpPr>
          <p:cNvPr id="365" name="Google Shape;365;p31"/>
          <p:cNvSpPr txBox="1"/>
          <p:nvPr/>
        </p:nvSpPr>
        <p:spPr>
          <a:xfrm>
            <a:off x="1666478" y="28557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3</a:t>
            </a:r>
            <a:endParaRPr sz="4400" b="1" i="0" u="none" strike="noStrike" cap="none">
              <a:solidFill>
                <a:schemeClr val="dk1"/>
              </a:solidFill>
              <a:latin typeface="Arial"/>
              <a:ea typeface="Arial"/>
              <a:cs typeface="Arial"/>
              <a:sym typeface="Arial"/>
            </a:endParaRPr>
          </a:p>
        </p:txBody>
      </p:sp>
      <p:sp>
        <p:nvSpPr>
          <p:cNvPr id="366" name="Google Shape;366;p31"/>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fade">
                                      <p:cBhvr>
                                        <p:cTn id="7" dur="500"/>
                                        <p:tgtEl>
                                          <p:spTgt spid="351"/>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52">
                                            <p:txEl>
                                              <p:pRg st="0" end="0"/>
                                            </p:txEl>
                                          </p:spTgt>
                                        </p:tgtEl>
                                        <p:attrNameLst>
                                          <p:attrName>style.visibility</p:attrName>
                                        </p:attrNameLst>
                                      </p:cBhvr>
                                      <p:to>
                                        <p:strVal val="visible"/>
                                      </p:to>
                                    </p:set>
                                    <p:anim calcmode="lin" valueType="num">
                                      <p:cBhvr additive="base">
                                        <p:cTn id="12" dur="500"/>
                                        <p:tgtEl>
                                          <p:spTgt spid="35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32"/>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15</a:t>
            </a:fld>
            <a:endParaRPr/>
          </a:p>
        </p:txBody>
      </p:sp>
      <p:pic>
        <p:nvPicPr>
          <p:cNvPr id="372" name="Google Shape;372;p32"/>
          <p:cNvPicPr preferRelativeResize="0"/>
          <p:nvPr/>
        </p:nvPicPr>
        <p:blipFill>
          <a:blip r:embed="rId3">
            <a:alphaModFix/>
          </a:blip>
          <a:stretch>
            <a:fillRect/>
          </a:stretch>
        </p:blipFill>
        <p:spPr>
          <a:xfrm>
            <a:off x="0" y="-3487"/>
            <a:ext cx="9144000" cy="515046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42"/>
          <p:cNvSpPr txBox="1">
            <a:spLocks noGrp="1"/>
          </p:cNvSpPr>
          <p:nvPr>
            <p:ph type="title"/>
          </p:nvPr>
        </p:nvSpPr>
        <p:spPr>
          <a:xfrm>
            <a:off x="275303" y="29497"/>
            <a:ext cx="3077497" cy="69809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2000">
                <a:solidFill>
                  <a:srgbClr val="FFA366"/>
                </a:solidFill>
                <a:latin typeface="Times New Roman"/>
                <a:ea typeface="Times New Roman"/>
                <a:cs typeface="Times New Roman"/>
                <a:sym typeface="Times New Roman"/>
              </a:rPr>
              <a:t>7. Tổng kết </a:t>
            </a:r>
            <a:endParaRPr sz="2000">
              <a:solidFill>
                <a:srgbClr val="FFA366"/>
              </a:solidFill>
              <a:latin typeface="Times New Roman"/>
              <a:ea typeface="Times New Roman"/>
              <a:cs typeface="Times New Roman"/>
              <a:sym typeface="Times New Roman"/>
            </a:endParaRPr>
          </a:p>
        </p:txBody>
      </p:sp>
      <p:sp>
        <p:nvSpPr>
          <p:cNvPr id="441" name="Google Shape;441;p42"/>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16</a:t>
            </a:fld>
            <a:endParaRPr/>
          </a:p>
        </p:txBody>
      </p:sp>
      <p:sp>
        <p:nvSpPr>
          <p:cNvPr id="442" name="Google Shape;442;p42"/>
          <p:cNvSpPr txBox="1"/>
          <p:nvPr/>
        </p:nvSpPr>
        <p:spPr>
          <a:xfrm>
            <a:off x="1103923" y="699981"/>
            <a:ext cx="7452852" cy="427809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 Theo khu vực</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Mỹ, Israel, Anh, Đức, Canada dẫn đầu lương cao nhất.</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Châu Á: Singapore, Nhật nổi bật.</a:t>
            </a:r>
            <a:endParaRPr sz="1600" b="1"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600"/>
              <a:buFont typeface="Arial"/>
              <a:buNone/>
            </a:pPr>
            <a:endParaRPr sz="1600" b="1" i="0" u="none" strike="noStrike" cap="none">
              <a:solidFill>
                <a:srgbClr val="FE99C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 Theo công việc</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Tech Lead và Architect là những job top 1 lương.</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Data Scientist thường không cao bằng Data Engineer/Architect</a:t>
            </a:r>
            <a:endParaRPr sz="1600" b="1"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600"/>
              <a:buFont typeface="Arial"/>
              <a:buNone/>
            </a:pPr>
            <a:endParaRPr sz="1600" b="1" i="0" u="none" strike="noStrike" cap="none">
              <a:solidFill>
                <a:srgbClr val="FE99C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 Theo quy mô công ty</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Medium-size trả cao nhất.</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Small công ty trả thấp nhất.</a:t>
            </a:r>
            <a:endParaRPr sz="1600" b="1"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600"/>
              <a:buFont typeface="Arial"/>
              <a:buNone/>
            </a:pPr>
            <a:endParaRPr sz="1600" b="1" i="0" u="none" strike="noStrike" cap="none">
              <a:solidFill>
                <a:srgbClr val="FE99C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 Theo mức độ remote</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Làm remote trả cao hơn onsite.</a:t>
            </a:r>
            <a:endParaRPr sz="1600" b="1"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600"/>
              <a:buFont typeface="Arial"/>
              <a:buNone/>
            </a:pPr>
            <a:endParaRPr sz="1600" b="1" i="0" u="none" strike="noStrike" cap="none">
              <a:solidFill>
                <a:srgbClr val="FE99C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 Theo kinh nghiệm</a:t>
            </a:r>
            <a:endParaRPr/>
          </a:p>
          <a:p>
            <a:pPr marL="0" marR="0" lvl="0" indent="0" algn="l" rtl="0">
              <a:lnSpc>
                <a:spcPct val="100000"/>
              </a:lnSpc>
              <a:spcBef>
                <a:spcPts val="0"/>
              </a:spcBef>
              <a:spcAft>
                <a:spcPts val="0"/>
              </a:spcAft>
              <a:buNone/>
            </a:pPr>
            <a:r>
              <a:rPr lang="en-US" sz="1600" b="1" i="0" u="none" strike="noStrike" cap="none">
                <a:solidFill>
                  <a:srgbClr val="F2F2F2"/>
                </a:solidFill>
                <a:latin typeface="Times New Roman"/>
                <a:ea typeface="Times New Roman"/>
                <a:cs typeface="Times New Roman"/>
                <a:sym typeface="Times New Roman"/>
              </a:rPr>
              <a:t>EX highest &gt; SE &gt; MI &gt; EN.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0"/>
                                        </p:tgtEl>
                                        <p:attrNameLst>
                                          <p:attrName>style.visibility</p:attrName>
                                        </p:attrNameLst>
                                      </p:cBhvr>
                                      <p:to>
                                        <p:strVal val="visible"/>
                                      </p:to>
                                    </p:set>
                                    <p:animEffect transition="in" filter="fade">
                                      <p:cBhvr>
                                        <p:cTn id="7" dur="500"/>
                                        <p:tgtEl>
                                          <p:spTgt spid="4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2">
                                            <p:txEl>
                                              <p:pRg st="0" end="0"/>
                                            </p:txEl>
                                          </p:spTgt>
                                        </p:tgtEl>
                                        <p:attrNameLst>
                                          <p:attrName>style.visibility</p:attrName>
                                        </p:attrNameLst>
                                      </p:cBhvr>
                                      <p:to>
                                        <p:strVal val="visible"/>
                                      </p:to>
                                    </p:set>
                                    <p:animEffect transition="in" filter="fade">
                                      <p:cBhvr>
                                        <p:cTn id="12" dur="500"/>
                                        <p:tgtEl>
                                          <p:spTgt spid="44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2">
                                            <p:txEl>
                                              <p:pRg st="1" end="1"/>
                                            </p:txEl>
                                          </p:spTgt>
                                        </p:tgtEl>
                                        <p:attrNameLst>
                                          <p:attrName>style.visibility</p:attrName>
                                        </p:attrNameLst>
                                      </p:cBhvr>
                                      <p:to>
                                        <p:strVal val="visible"/>
                                      </p:to>
                                    </p:set>
                                    <p:animEffect transition="in" filter="fade">
                                      <p:cBhvr>
                                        <p:cTn id="17" dur="500"/>
                                        <p:tgtEl>
                                          <p:spTgt spid="44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42">
                                            <p:txEl>
                                              <p:pRg st="2" end="2"/>
                                            </p:txEl>
                                          </p:spTgt>
                                        </p:tgtEl>
                                        <p:attrNameLst>
                                          <p:attrName>style.visibility</p:attrName>
                                        </p:attrNameLst>
                                      </p:cBhvr>
                                      <p:to>
                                        <p:strVal val="visible"/>
                                      </p:to>
                                    </p:set>
                                    <p:animEffect transition="in" filter="fade">
                                      <p:cBhvr>
                                        <p:cTn id="22" dur="500"/>
                                        <p:tgtEl>
                                          <p:spTgt spid="442">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42">
                                            <p:txEl>
                                              <p:pRg st="3" end="3"/>
                                            </p:txEl>
                                          </p:spTgt>
                                        </p:tgtEl>
                                        <p:attrNameLst>
                                          <p:attrName>style.visibility</p:attrName>
                                        </p:attrNameLst>
                                      </p:cBhvr>
                                      <p:to>
                                        <p:strVal val="visible"/>
                                      </p:to>
                                    </p:set>
                                    <p:animEffect transition="in" filter="fade">
                                      <p:cBhvr>
                                        <p:cTn id="27" dur="500"/>
                                        <p:tgtEl>
                                          <p:spTgt spid="442">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2">
                                            <p:txEl>
                                              <p:pRg st="4" end="4"/>
                                            </p:txEl>
                                          </p:spTgt>
                                        </p:tgtEl>
                                        <p:attrNameLst>
                                          <p:attrName>style.visibility</p:attrName>
                                        </p:attrNameLst>
                                      </p:cBhvr>
                                      <p:to>
                                        <p:strVal val="visible"/>
                                      </p:to>
                                    </p:set>
                                    <p:animEffect transition="in" filter="fade">
                                      <p:cBhvr>
                                        <p:cTn id="32" dur="500"/>
                                        <p:tgtEl>
                                          <p:spTgt spid="442">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2">
                                            <p:txEl>
                                              <p:pRg st="5" end="5"/>
                                            </p:txEl>
                                          </p:spTgt>
                                        </p:tgtEl>
                                        <p:attrNameLst>
                                          <p:attrName>style.visibility</p:attrName>
                                        </p:attrNameLst>
                                      </p:cBhvr>
                                      <p:to>
                                        <p:strVal val="visible"/>
                                      </p:to>
                                    </p:set>
                                    <p:animEffect transition="in" filter="fade">
                                      <p:cBhvr>
                                        <p:cTn id="37" dur="500"/>
                                        <p:tgtEl>
                                          <p:spTgt spid="442">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2">
                                            <p:txEl>
                                              <p:pRg st="6" end="6"/>
                                            </p:txEl>
                                          </p:spTgt>
                                        </p:tgtEl>
                                        <p:attrNameLst>
                                          <p:attrName>style.visibility</p:attrName>
                                        </p:attrNameLst>
                                      </p:cBhvr>
                                      <p:to>
                                        <p:strVal val="visible"/>
                                      </p:to>
                                    </p:set>
                                    <p:animEffect transition="in" filter="fade">
                                      <p:cBhvr>
                                        <p:cTn id="42" dur="500"/>
                                        <p:tgtEl>
                                          <p:spTgt spid="442">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42">
                                            <p:txEl>
                                              <p:pRg st="7" end="7"/>
                                            </p:txEl>
                                          </p:spTgt>
                                        </p:tgtEl>
                                        <p:attrNameLst>
                                          <p:attrName>style.visibility</p:attrName>
                                        </p:attrNameLst>
                                      </p:cBhvr>
                                      <p:to>
                                        <p:strVal val="visible"/>
                                      </p:to>
                                    </p:set>
                                    <p:animEffect transition="in" filter="fade">
                                      <p:cBhvr>
                                        <p:cTn id="47" dur="500"/>
                                        <p:tgtEl>
                                          <p:spTgt spid="442">
                                            <p:txEl>
                                              <p:pRg st="7" end="7"/>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42">
                                            <p:txEl>
                                              <p:pRg st="8" end="8"/>
                                            </p:txEl>
                                          </p:spTgt>
                                        </p:tgtEl>
                                        <p:attrNameLst>
                                          <p:attrName>style.visibility</p:attrName>
                                        </p:attrNameLst>
                                      </p:cBhvr>
                                      <p:to>
                                        <p:strVal val="visible"/>
                                      </p:to>
                                    </p:set>
                                    <p:animEffect transition="in" filter="fade">
                                      <p:cBhvr>
                                        <p:cTn id="52" dur="500"/>
                                        <p:tgtEl>
                                          <p:spTgt spid="442">
                                            <p:txEl>
                                              <p:pRg st="8" end="8"/>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42">
                                            <p:txEl>
                                              <p:pRg st="9" end="9"/>
                                            </p:txEl>
                                          </p:spTgt>
                                        </p:tgtEl>
                                        <p:attrNameLst>
                                          <p:attrName>style.visibility</p:attrName>
                                        </p:attrNameLst>
                                      </p:cBhvr>
                                      <p:to>
                                        <p:strVal val="visible"/>
                                      </p:to>
                                    </p:set>
                                    <p:animEffect transition="in" filter="fade">
                                      <p:cBhvr>
                                        <p:cTn id="57" dur="500"/>
                                        <p:tgtEl>
                                          <p:spTgt spid="442">
                                            <p:txEl>
                                              <p:pRg st="9" end="9"/>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42">
                                            <p:txEl>
                                              <p:pRg st="10" end="10"/>
                                            </p:txEl>
                                          </p:spTgt>
                                        </p:tgtEl>
                                        <p:attrNameLst>
                                          <p:attrName>style.visibility</p:attrName>
                                        </p:attrNameLst>
                                      </p:cBhvr>
                                      <p:to>
                                        <p:strVal val="visible"/>
                                      </p:to>
                                    </p:set>
                                    <p:animEffect transition="in" filter="fade">
                                      <p:cBhvr>
                                        <p:cTn id="62" dur="500"/>
                                        <p:tgtEl>
                                          <p:spTgt spid="442">
                                            <p:txEl>
                                              <p:pRg st="10" end="1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2">
                                            <p:txEl>
                                              <p:pRg st="11" end="11"/>
                                            </p:txEl>
                                          </p:spTgt>
                                        </p:tgtEl>
                                        <p:attrNameLst>
                                          <p:attrName>style.visibility</p:attrName>
                                        </p:attrNameLst>
                                      </p:cBhvr>
                                      <p:to>
                                        <p:strVal val="visible"/>
                                      </p:to>
                                    </p:set>
                                    <p:animEffect transition="in" filter="fade">
                                      <p:cBhvr>
                                        <p:cTn id="67" dur="500"/>
                                        <p:tgtEl>
                                          <p:spTgt spid="442">
                                            <p:txEl>
                                              <p:pRg st="11" end="1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42">
                                            <p:txEl>
                                              <p:pRg st="12" end="12"/>
                                            </p:txEl>
                                          </p:spTgt>
                                        </p:tgtEl>
                                        <p:attrNameLst>
                                          <p:attrName>style.visibility</p:attrName>
                                        </p:attrNameLst>
                                      </p:cBhvr>
                                      <p:to>
                                        <p:strVal val="visible"/>
                                      </p:to>
                                    </p:set>
                                    <p:animEffect transition="in" filter="fade">
                                      <p:cBhvr>
                                        <p:cTn id="72" dur="500"/>
                                        <p:tgtEl>
                                          <p:spTgt spid="442">
                                            <p:txEl>
                                              <p:pRg st="12" end="12"/>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42">
                                            <p:txEl>
                                              <p:pRg st="13" end="13"/>
                                            </p:txEl>
                                          </p:spTgt>
                                        </p:tgtEl>
                                        <p:attrNameLst>
                                          <p:attrName>style.visibility</p:attrName>
                                        </p:attrNameLst>
                                      </p:cBhvr>
                                      <p:to>
                                        <p:strVal val="visible"/>
                                      </p:to>
                                    </p:set>
                                    <p:animEffect transition="in" filter="fade">
                                      <p:cBhvr>
                                        <p:cTn id="77" dur="500"/>
                                        <p:tgtEl>
                                          <p:spTgt spid="442">
                                            <p:txEl>
                                              <p:pRg st="13" end="13"/>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442">
                                            <p:txEl>
                                              <p:pRg st="14" end="14"/>
                                            </p:txEl>
                                          </p:spTgt>
                                        </p:tgtEl>
                                        <p:attrNameLst>
                                          <p:attrName>style.visibility</p:attrName>
                                        </p:attrNameLst>
                                      </p:cBhvr>
                                      <p:to>
                                        <p:strVal val="visible"/>
                                      </p:to>
                                    </p:set>
                                    <p:animEffect transition="in" filter="fade">
                                      <p:cBhvr>
                                        <p:cTn id="82" dur="500"/>
                                        <p:tgtEl>
                                          <p:spTgt spid="442">
                                            <p:txEl>
                                              <p:pRg st="14" end="14"/>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442">
                                            <p:txEl>
                                              <p:pRg st="15" end="15"/>
                                            </p:txEl>
                                          </p:spTgt>
                                        </p:tgtEl>
                                        <p:attrNameLst>
                                          <p:attrName>style.visibility</p:attrName>
                                        </p:attrNameLst>
                                      </p:cBhvr>
                                      <p:to>
                                        <p:strVal val="visible"/>
                                      </p:to>
                                    </p:set>
                                    <p:animEffect transition="in" filter="fade">
                                      <p:cBhvr>
                                        <p:cTn id="87" dur="500"/>
                                        <p:tgtEl>
                                          <p:spTgt spid="442">
                                            <p:txEl>
                                              <p:pRg st="15" end="15"/>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442">
                                            <p:txEl>
                                              <p:pRg st="16" end="16"/>
                                            </p:txEl>
                                          </p:spTgt>
                                        </p:tgtEl>
                                        <p:attrNameLst>
                                          <p:attrName>style.visibility</p:attrName>
                                        </p:attrNameLst>
                                      </p:cBhvr>
                                      <p:to>
                                        <p:strVal val="visible"/>
                                      </p:to>
                                    </p:set>
                                    <p:animEffect transition="in" filter="fade">
                                      <p:cBhvr>
                                        <p:cTn id="92" dur="500"/>
                                        <p:tgtEl>
                                          <p:spTgt spid="442">
                                            <p:txEl>
                                              <p:pRg st="16" end="1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43"/>
          <p:cNvSpPr txBox="1">
            <a:spLocks noGrp="1"/>
          </p:cNvSpPr>
          <p:nvPr>
            <p:ph type="ctrTitle" idx="4294967295"/>
          </p:nvPr>
        </p:nvSpPr>
        <p:spPr>
          <a:xfrm>
            <a:off x="735980" y="1152293"/>
            <a:ext cx="7278029" cy="2276657"/>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7200" b="1" i="0" u="none" strike="noStrike" cap="none">
                <a:solidFill>
                  <a:srgbClr val="FFFFFF"/>
                </a:solidFill>
                <a:latin typeface="Times New Roman"/>
                <a:ea typeface="Times New Roman"/>
                <a:cs typeface="Times New Roman"/>
                <a:sym typeface="Times New Roman"/>
              </a:rPr>
              <a:t>DASHBOARD </a:t>
            </a:r>
            <a:br>
              <a:rPr lang="en-US" sz="7200" b="1" i="0" u="none" strike="noStrike" cap="none">
                <a:solidFill>
                  <a:srgbClr val="FFFFFF"/>
                </a:solidFill>
                <a:latin typeface="Times New Roman"/>
                <a:ea typeface="Times New Roman"/>
                <a:cs typeface="Times New Roman"/>
                <a:sym typeface="Times New Roman"/>
              </a:rPr>
            </a:br>
            <a:r>
              <a:rPr lang="en-US" sz="7200" b="1" i="0" u="none" strike="noStrike" cap="none">
                <a:solidFill>
                  <a:srgbClr val="FFFFFF"/>
                </a:solidFill>
                <a:latin typeface="Times New Roman"/>
                <a:ea typeface="Times New Roman"/>
                <a:cs typeface="Times New Roman"/>
                <a:sym typeface="Times New Roman"/>
              </a:rPr>
              <a:t>KHU VỰC</a:t>
            </a:r>
            <a:endParaRPr sz="7200" b="1" i="0" u="none" strike="noStrike" cap="none">
              <a:solidFill>
                <a:srgbClr val="FFFFFF"/>
              </a:solidFill>
              <a:latin typeface="Times New Roman"/>
              <a:ea typeface="Times New Roman"/>
              <a:cs typeface="Times New Roman"/>
              <a:sym typeface="Times New Roman"/>
            </a:endParaRPr>
          </a:p>
        </p:txBody>
      </p:sp>
      <p:sp>
        <p:nvSpPr>
          <p:cNvPr id="448" name="Google Shape;448;p43"/>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449" name="Google Shape;449;p43"/>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50" name="Google Shape;450;p43"/>
          <p:cNvGrpSpPr/>
          <p:nvPr/>
        </p:nvGrpSpPr>
        <p:grpSpPr>
          <a:xfrm>
            <a:off x="5777513" y="-2278"/>
            <a:ext cx="1254638" cy="1209257"/>
            <a:chOff x="6654650" y="3665275"/>
            <a:chExt cx="409100" cy="409125"/>
          </a:xfrm>
        </p:grpSpPr>
        <p:sp>
          <p:nvSpPr>
            <p:cNvPr id="451" name="Google Shape;451;p43"/>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2" name="Google Shape;452;p43"/>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453" name="Google Shape;453;p43"/>
          <p:cNvGrpSpPr/>
          <p:nvPr/>
        </p:nvGrpSpPr>
        <p:grpSpPr>
          <a:xfrm>
            <a:off x="537677" y="39243"/>
            <a:ext cx="1178181" cy="1333379"/>
            <a:chOff x="2978" y="4634875"/>
            <a:chExt cx="698572" cy="987068"/>
          </a:xfrm>
        </p:grpSpPr>
        <p:sp>
          <p:nvSpPr>
            <p:cNvPr id="454" name="Google Shape;454;p43"/>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5" name="Google Shape;455;p43"/>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6" name="Google Shape;456;p43"/>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7" name="Google Shape;457;p43"/>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58" name="Google Shape;458;p43"/>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9" name="Google Shape;459;p43"/>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0" name="Google Shape;460;p43"/>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17</a:t>
            </a:fld>
            <a:endParaRPr/>
          </a:p>
        </p:txBody>
      </p:sp>
      <p:sp>
        <p:nvSpPr>
          <p:cNvPr id="461" name="Google Shape;461;p43"/>
          <p:cNvSpPr txBox="1"/>
          <p:nvPr/>
        </p:nvSpPr>
        <p:spPr>
          <a:xfrm>
            <a:off x="1666478" y="28557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4</a:t>
            </a:r>
            <a:endParaRPr sz="4400" b="1" i="0" u="none" strike="noStrike" cap="none">
              <a:solidFill>
                <a:schemeClr val="dk1"/>
              </a:solidFill>
              <a:latin typeface="Arial"/>
              <a:ea typeface="Arial"/>
              <a:cs typeface="Arial"/>
              <a:sym typeface="Arial"/>
            </a:endParaRPr>
          </a:p>
        </p:txBody>
      </p:sp>
      <p:sp>
        <p:nvSpPr>
          <p:cNvPr id="462" name="Google Shape;462;p43"/>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7"/>
                                        </p:tgtEl>
                                        <p:attrNameLst>
                                          <p:attrName>style.visibility</p:attrName>
                                        </p:attrNameLst>
                                      </p:cBhvr>
                                      <p:to>
                                        <p:strVal val="visible"/>
                                      </p:to>
                                    </p:set>
                                    <p:animEffect transition="in" filter="fade">
                                      <p:cBhvr>
                                        <p:cTn id="7" dur="500"/>
                                        <p:tgtEl>
                                          <p:spTgt spid="447"/>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448">
                                            <p:txEl>
                                              <p:pRg st="0" end="0"/>
                                            </p:txEl>
                                          </p:spTgt>
                                        </p:tgtEl>
                                        <p:attrNameLst>
                                          <p:attrName>style.visibility</p:attrName>
                                        </p:attrNameLst>
                                      </p:cBhvr>
                                      <p:to>
                                        <p:strVal val="visible"/>
                                      </p:to>
                                    </p:set>
                                    <p:anim calcmode="lin" valueType="num">
                                      <p:cBhvr additive="base">
                                        <p:cTn id="12" dur="500"/>
                                        <p:tgtEl>
                                          <p:spTgt spid="448">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4"/>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18</a:t>
            </a:fld>
            <a:endParaRPr/>
          </a:p>
        </p:txBody>
      </p:sp>
      <p:pic>
        <p:nvPicPr>
          <p:cNvPr id="468" name="Google Shape;468;p44"/>
          <p:cNvPicPr preferRelativeResize="0"/>
          <p:nvPr/>
        </p:nvPicPr>
        <p:blipFill rotWithShape="1">
          <a:blip r:embed="rId3">
            <a:alphaModFix/>
          </a:blip>
          <a:srcRect/>
          <a:stretch/>
        </p:blipFill>
        <p:spPr>
          <a:xfrm>
            <a:off x="0" y="0"/>
            <a:ext cx="9144002" cy="5143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55"/>
          <p:cNvSpPr txBox="1">
            <a:spLocks noGrp="1"/>
          </p:cNvSpPr>
          <p:nvPr>
            <p:ph type="title"/>
          </p:nvPr>
        </p:nvSpPr>
        <p:spPr>
          <a:xfrm>
            <a:off x="275302" y="29497"/>
            <a:ext cx="6872749" cy="69809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200">
                <a:solidFill>
                  <a:srgbClr val="FFA366"/>
                </a:solidFill>
                <a:latin typeface="Times New Roman"/>
                <a:ea typeface="Times New Roman"/>
                <a:cs typeface="Times New Roman"/>
                <a:sym typeface="Times New Roman"/>
              </a:rPr>
              <a:t>7. Tổng kết </a:t>
            </a:r>
            <a:endParaRPr sz="3200">
              <a:solidFill>
                <a:srgbClr val="FFA366"/>
              </a:solidFill>
              <a:latin typeface="Times New Roman"/>
              <a:ea typeface="Times New Roman"/>
              <a:cs typeface="Times New Roman"/>
              <a:sym typeface="Times New Roman"/>
            </a:endParaRPr>
          </a:p>
        </p:txBody>
      </p:sp>
      <p:sp>
        <p:nvSpPr>
          <p:cNvPr id="542" name="Google Shape;542;p55"/>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19</a:t>
            </a:fld>
            <a:endParaRPr/>
          </a:p>
        </p:txBody>
      </p:sp>
      <p:sp>
        <p:nvSpPr>
          <p:cNvPr id="543" name="Google Shape;543;p55"/>
          <p:cNvSpPr txBox="1"/>
          <p:nvPr/>
        </p:nvSpPr>
        <p:spPr>
          <a:xfrm>
            <a:off x="1047135" y="1140786"/>
            <a:ext cx="7049729" cy="34163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0" i="0" u="none" strike="noStrike" cap="none">
                <a:solidFill>
                  <a:srgbClr val="F2F2F2"/>
                </a:solidFill>
                <a:latin typeface="Times New Roman"/>
                <a:ea typeface="Times New Roman"/>
                <a:cs typeface="Times New Roman"/>
                <a:sym typeface="Times New Roman"/>
              </a:rPr>
              <a:t>✔ US chiếm phần lớn số lượng công việc</a:t>
            </a:r>
            <a:endParaRPr sz="2400" b="0"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br>
              <a:rPr lang="en-US" sz="2400" b="0" i="0" u="none" strike="noStrike" cap="none">
                <a:solidFill>
                  <a:srgbClr val="F2F2F2"/>
                </a:solidFill>
                <a:latin typeface="Times New Roman"/>
                <a:ea typeface="Times New Roman"/>
                <a:cs typeface="Times New Roman"/>
                <a:sym typeface="Times New Roman"/>
              </a:rPr>
            </a:br>
            <a:r>
              <a:rPr lang="en-US" sz="2400" b="0" i="0" u="none" strike="noStrike" cap="none">
                <a:solidFill>
                  <a:srgbClr val="F2F2F2"/>
                </a:solidFill>
                <a:latin typeface="Times New Roman"/>
                <a:ea typeface="Times New Roman"/>
                <a:cs typeface="Times New Roman"/>
                <a:sym typeface="Times New Roman"/>
              </a:rPr>
              <a:t>✔ Israel là nước trả lương trung bình cao nhất</a:t>
            </a:r>
            <a:endParaRPr sz="2400" b="0"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br>
              <a:rPr lang="en-US" sz="2400" b="0" i="0" u="none" strike="noStrike" cap="none">
                <a:solidFill>
                  <a:srgbClr val="F2F2F2"/>
                </a:solidFill>
                <a:latin typeface="Times New Roman"/>
                <a:ea typeface="Times New Roman"/>
                <a:cs typeface="Times New Roman"/>
                <a:sym typeface="Times New Roman"/>
              </a:rPr>
            </a:br>
            <a:r>
              <a:rPr lang="en-US" sz="2400" b="0" i="0" u="none" strike="noStrike" cap="none">
                <a:solidFill>
                  <a:srgbClr val="F2F2F2"/>
                </a:solidFill>
                <a:latin typeface="Times New Roman"/>
                <a:ea typeface="Times New Roman"/>
                <a:cs typeface="Times New Roman"/>
                <a:sym typeface="Times New Roman"/>
              </a:rPr>
              <a:t>✔ Lương trung bình toàn cầu khoảng 137K</a:t>
            </a:r>
            <a:endParaRPr sz="2400" b="0"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br>
              <a:rPr lang="en-US" sz="2400" b="0" i="0" u="none" strike="noStrike" cap="none">
                <a:solidFill>
                  <a:srgbClr val="F2F2F2"/>
                </a:solidFill>
                <a:latin typeface="Times New Roman"/>
                <a:ea typeface="Times New Roman"/>
                <a:cs typeface="Times New Roman"/>
                <a:sym typeface="Times New Roman"/>
              </a:rPr>
            </a:br>
            <a:r>
              <a:rPr lang="en-US" sz="2400" b="0" i="0" u="none" strike="noStrike" cap="none">
                <a:solidFill>
                  <a:srgbClr val="F2F2F2"/>
                </a:solidFill>
                <a:latin typeface="Times New Roman"/>
                <a:ea typeface="Times New Roman"/>
                <a:cs typeface="Times New Roman"/>
                <a:sym typeface="Times New Roman"/>
              </a:rPr>
              <a:t>✔ Lương tăng dần qua các năm</a:t>
            </a:r>
            <a:endParaRPr sz="2400" b="0" i="0" u="none" strike="noStrike" cap="none">
              <a:solidFill>
                <a:srgbClr val="F2F2F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br>
              <a:rPr lang="en-US" sz="2400" b="0" i="0" u="none" strike="noStrike" cap="none">
                <a:solidFill>
                  <a:srgbClr val="F2F2F2"/>
                </a:solidFill>
                <a:latin typeface="Times New Roman"/>
                <a:ea typeface="Times New Roman"/>
                <a:cs typeface="Times New Roman"/>
                <a:sym typeface="Times New Roman"/>
              </a:rPr>
            </a:br>
            <a:r>
              <a:rPr lang="en-US" sz="2400" b="0" i="0" u="none" strike="noStrike" cap="none">
                <a:solidFill>
                  <a:srgbClr val="F2F2F2"/>
                </a:solidFill>
                <a:latin typeface="Times New Roman"/>
                <a:ea typeface="Times New Roman"/>
                <a:cs typeface="Times New Roman"/>
                <a:sym typeface="Times New Roman"/>
              </a:rPr>
              <a:t>✔ Một số quốc gia thấp hơn mức trung bình khá nhiều</a:t>
            </a:r>
            <a:endParaRPr sz="2400" b="0" i="0" u="none" strike="noStrike" cap="none">
              <a:solidFill>
                <a:srgbClr val="F2F2F2"/>
              </a:solidFill>
              <a:latin typeface="Times New Roman"/>
              <a:ea typeface="Times New Roman"/>
              <a:cs typeface="Times New Roman"/>
              <a:sym typeface="Times New Roma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1"/>
                                        </p:tgtEl>
                                        <p:attrNameLst>
                                          <p:attrName>style.visibility</p:attrName>
                                        </p:attrNameLst>
                                      </p:cBhvr>
                                      <p:to>
                                        <p:strVal val="visible"/>
                                      </p:to>
                                    </p:set>
                                    <p:animEffect transition="in" filter="fade">
                                      <p:cBhvr>
                                        <p:cTn id="7" dur="500"/>
                                        <p:tgtEl>
                                          <p:spTgt spid="5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3">
                                            <p:txEl>
                                              <p:pRg st="0" end="0"/>
                                            </p:txEl>
                                          </p:spTgt>
                                        </p:tgtEl>
                                        <p:attrNameLst>
                                          <p:attrName>style.visibility</p:attrName>
                                        </p:attrNameLst>
                                      </p:cBhvr>
                                      <p:to>
                                        <p:strVal val="visible"/>
                                      </p:to>
                                    </p:set>
                                    <p:animEffect transition="in" filter="fade">
                                      <p:cBhvr>
                                        <p:cTn id="12" dur="500"/>
                                        <p:tgtEl>
                                          <p:spTgt spid="54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3">
                                            <p:txEl>
                                              <p:pRg st="1" end="1"/>
                                            </p:txEl>
                                          </p:spTgt>
                                        </p:tgtEl>
                                        <p:attrNameLst>
                                          <p:attrName>style.visibility</p:attrName>
                                        </p:attrNameLst>
                                      </p:cBhvr>
                                      <p:to>
                                        <p:strVal val="visible"/>
                                      </p:to>
                                    </p:set>
                                    <p:animEffect transition="in" filter="fade">
                                      <p:cBhvr>
                                        <p:cTn id="17" dur="500"/>
                                        <p:tgtEl>
                                          <p:spTgt spid="54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3">
                                            <p:txEl>
                                              <p:pRg st="2" end="2"/>
                                            </p:txEl>
                                          </p:spTgt>
                                        </p:tgtEl>
                                        <p:attrNameLst>
                                          <p:attrName>style.visibility</p:attrName>
                                        </p:attrNameLst>
                                      </p:cBhvr>
                                      <p:to>
                                        <p:strVal val="visible"/>
                                      </p:to>
                                    </p:set>
                                    <p:animEffect transition="in" filter="fade">
                                      <p:cBhvr>
                                        <p:cTn id="22" dur="500"/>
                                        <p:tgtEl>
                                          <p:spTgt spid="54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43">
                                            <p:txEl>
                                              <p:pRg st="3" end="3"/>
                                            </p:txEl>
                                          </p:spTgt>
                                        </p:tgtEl>
                                        <p:attrNameLst>
                                          <p:attrName>style.visibility</p:attrName>
                                        </p:attrNameLst>
                                      </p:cBhvr>
                                      <p:to>
                                        <p:strVal val="visible"/>
                                      </p:to>
                                    </p:set>
                                    <p:animEffect transition="in" filter="fade">
                                      <p:cBhvr>
                                        <p:cTn id="27" dur="500"/>
                                        <p:tgtEl>
                                          <p:spTgt spid="54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43">
                                            <p:txEl>
                                              <p:pRg st="4" end="4"/>
                                            </p:txEl>
                                          </p:spTgt>
                                        </p:tgtEl>
                                        <p:attrNameLst>
                                          <p:attrName>style.visibility</p:attrName>
                                        </p:attrNameLst>
                                      </p:cBhvr>
                                      <p:to>
                                        <p:strVal val="visible"/>
                                      </p:to>
                                    </p:set>
                                    <p:animEffect transition="in" filter="fade">
                                      <p:cBhvr>
                                        <p:cTn id="32" dur="500"/>
                                        <p:tgtEl>
                                          <p:spTgt spid="54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56"/>
          <p:cNvSpPr txBox="1">
            <a:spLocks noGrp="1"/>
          </p:cNvSpPr>
          <p:nvPr>
            <p:ph type="ctrTitle" idx="4294967295"/>
          </p:nvPr>
        </p:nvSpPr>
        <p:spPr>
          <a:xfrm>
            <a:off x="639096" y="1327479"/>
            <a:ext cx="7830735" cy="2310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5400" b="1" i="0" u="none" strike="noStrike" cap="none">
                <a:solidFill>
                  <a:srgbClr val="FFFFFF"/>
                </a:solidFill>
                <a:latin typeface="Times New Roman"/>
                <a:ea typeface="Times New Roman"/>
                <a:cs typeface="Times New Roman"/>
                <a:sym typeface="Times New Roman"/>
              </a:rPr>
              <a:t>DASHBOARD KINH NGHIỆM &amp; REMOTE </a:t>
            </a:r>
            <a:endParaRPr sz="5400" b="1" i="0" u="none" strike="noStrike" cap="none">
              <a:solidFill>
                <a:srgbClr val="FFFFFF"/>
              </a:solidFill>
              <a:latin typeface="Times New Roman"/>
              <a:ea typeface="Times New Roman"/>
              <a:cs typeface="Times New Roman"/>
              <a:sym typeface="Times New Roman"/>
            </a:endParaRPr>
          </a:p>
        </p:txBody>
      </p:sp>
      <p:sp>
        <p:nvSpPr>
          <p:cNvPr id="549" name="Google Shape;549;p56"/>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550" name="Google Shape;550;p56"/>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51" name="Google Shape;551;p56"/>
          <p:cNvGrpSpPr/>
          <p:nvPr/>
        </p:nvGrpSpPr>
        <p:grpSpPr>
          <a:xfrm>
            <a:off x="5777513" y="-2278"/>
            <a:ext cx="1254638" cy="1209257"/>
            <a:chOff x="6654650" y="3665275"/>
            <a:chExt cx="409100" cy="409125"/>
          </a:xfrm>
        </p:grpSpPr>
        <p:sp>
          <p:nvSpPr>
            <p:cNvPr id="552" name="Google Shape;552;p56"/>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3" name="Google Shape;553;p56"/>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554" name="Google Shape;554;p56"/>
          <p:cNvGrpSpPr/>
          <p:nvPr/>
        </p:nvGrpSpPr>
        <p:grpSpPr>
          <a:xfrm>
            <a:off x="537677" y="39243"/>
            <a:ext cx="1178181" cy="1333379"/>
            <a:chOff x="2978" y="4634875"/>
            <a:chExt cx="698572" cy="987068"/>
          </a:xfrm>
        </p:grpSpPr>
        <p:sp>
          <p:nvSpPr>
            <p:cNvPr id="555" name="Google Shape;555;p56"/>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6" name="Google Shape;556;p56"/>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7" name="Google Shape;557;p56"/>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8" name="Google Shape;558;p56"/>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59" name="Google Shape;559;p56"/>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0" name="Google Shape;560;p56"/>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1" name="Google Shape;561;p56"/>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20</a:t>
            </a:fld>
            <a:endParaRPr/>
          </a:p>
        </p:txBody>
      </p:sp>
      <p:sp>
        <p:nvSpPr>
          <p:cNvPr id="562" name="Google Shape;562;p56"/>
          <p:cNvSpPr txBox="1"/>
          <p:nvPr/>
        </p:nvSpPr>
        <p:spPr>
          <a:xfrm>
            <a:off x="1832832" y="57695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5</a:t>
            </a:r>
            <a:endParaRPr sz="4400" b="1" i="0" u="none" strike="noStrike" cap="none">
              <a:solidFill>
                <a:schemeClr val="dk1"/>
              </a:solidFill>
              <a:latin typeface="Arial"/>
              <a:ea typeface="Arial"/>
              <a:cs typeface="Arial"/>
              <a:sym typeface="Arial"/>
            </a:endParaRPr>
          </a:p>
        </p:txBody>
      </p:sp>
      <p:sp>
        <p:nvSpPr>
          <p:cNvPr id="563" name="Google Shape;563;p56"/>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8"/>
                                        </p:tgtEl>
                                        <p:attrNameLst>
                                          <p:attrName>style.visibility</p:attrName>
                                        </p:attrNameLst>
                                      </p:cBhvr>
                                      <p:to>
                                        <p:strVal val="visible"/>
                                      </p:to>
                                    </p:set>
                                    <p:animEffect transition="in" filter="fade">
                                      <p:cBhvr>
                                        <p:cTn id="7" dur="500"/>
                                        <p:tgtEl>
                                          <p:spTgt spid="548"/>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549">
                                            <p:txEl>
                                              <p:pRg st="0" end="0"/>
                                            </p:txEl>
                                          </p:spTgt>
                                        </p:tgtEl>
                                        <p:attrNameLst>
                                          <p:attrName>style.visibility</p:attrName>
                                        </p:attrNameLst>
                                      </p:cBhvr>
                                      <p:to>
                                        <p:strVal val="visible"/>
                                      </p:to>
                                    </p:set>
                                    <p:anim calcmode="lin" valueType="num">
                                      <p:cBhvr additive="base">
                                        <p:cTn id="12" dur="500"/>
                                        <p:tgtEl>
                                          <p:spTgt spid="549">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57"/>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21</a:t>
            </a:fld>
            <a:endParaRPr/>
          </a:p>
        </p:txBody>
      </p:sp>
      <p:pic>
        <p:nvPicPr>
          <p:cNvPr id="569" name="Google Shape;569;p57"/>
          <p:cNvPicPr preferRelativeResize="0"/>
          <p:nvPr/>
        </p:nvPicPr>
        <p:blipFill>
          <a:blip r:embed="rId3">
            <a:alphaModFix/>
          </a:blip>
          <a:stretch>
            <a:fillRect/>
          </a:stretch>
        </p:blipFill>
        <p:spPr>
          <a:xfrm>
            <a:off x="2668" y="0"/>
            <a:ext cx="9138669" cy="51435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65"/>
          <p:cNvSpPr txBox="1">
            <a:spLocks noGrp="1"/>
          </p:cNvSpPr>
          <p:nvPr>
            <p:ph type="title"/>
          </p:nvPr>
        </p:nvSpPr>
        <p:spPr>
          <a:xfrm>
            <a:off x="471949" y="167149"/>
            <a:ext cx="7167715" cy="924232"/>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600">
                <a:solidFill>
                  <a:srgbClr val="BF004C"/>
                </a:solidFill>
                <a:latin typeface="Times New Roman"/>
                <a:ea typeface="Times New Roman"/>
                <a:cs typeface="Times New Roman"/>
                <a:sym typeface="Times New Roman"/>
              </a:rPr>
              <a:t>📌 </a:t>
            </a:r>
            <a:r>
              <a:rPr lang="en-US" sz="3600" b="1">
                <a:solidFill>
                  <a:srgbClr val="BF004C"/>
                </a:solidFill>
                <a:latin typeface="Times New Roman"/>
                <a:ea typeface="Times New Roman"/>
                <a:cs typeface="Times New Roman"/>
                <a:sym typeface="Times New Roman"/>
              </a:rPr>
              <a:t>Nhận xét</a:t>
            </a:r>
            <a:endParaRPr sz="333300">
              <a:solidFill>
                <a:srgbClr val="BF004C"/>
              </a:solidFill>
              <a:latin typeface="Times New Roman"/>
              <a:ea typeface="Times New Roman"/>
              <a:cs typeface="Times New Roman"/>
              <a:sym typeface="Times New Roman"/>
            </a:endParaRPr>
          </a:p>
        </p:txBody>
      </p:sp>
      <p:sp>
        <p:nvSpPr>
          <p:cNvPr id="622" name="Google Shape;622;p65"/>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22</a:t>
            </a:fld>
            <a:endParaRPr/>
          </a:p>
        </p:txBody>
      </p:sp>
      <p:sp>
        <p:nvSpPr>
          <p:cNvPr id="623" name="Google Shape;623;p65"/>
          <p:cNvSpPr txBox="1"/>
          <p:nvPr/>
        </p:nvSpPr>
        <p:spPr>
          <a:xfrm>
            <a:off x="1012723" y="1260071"/>
            <a:ext cx="6577780" cy="3046988"/>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0" i="0" u="none" strike="noStrike" cap="none">
                <a:solidFill>
                  <a:srgbClr val="F2F2F2"/>
                </a:solidFill>
                <a:latin typeface="Times New Roman"/>
                <a:ea typeface="Times New Roman"/>
                <a:cs typeface="Times New Roman"/>
                <a:sym typeface="Times New Roman"/>
              </a:rPr>
              <a:t>Với vị trí cấp thấp đến cao chiếm tỷ lệ remote cao </a:t>
            </a:r>
            <a:endParaRPr/>
          </a:p>
          <a:p>
            <a:pPr marL="0" marR="0" lvl="0" indent="0" algn="l" rtl="0">
              <a:lnSpc>
                <a:spcPct val="100000"/>
              </a:lnSpc>
              <a:spcBef>
                <a:spcPts val="0"/>
              </a:spcBef>
              <a:spcAft>
                <a:spcPts val="0"/>
              </a:spcAft>
              <a:buNone/>
            </a:pPr>
            <a:endParaRPr sz="2400" b="0" i="0" u="none" strike="noStrike" cap="none">
              <a:solidFill>
                <a:srgbClr val="F2F2F2"/>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83E0FF"/>
              </a:buClr>
              <a:buSzPts val="2400"/>
              <a:buFont typeface="Noto Sans Symbols"/>
              <a:buChar char="⮚"/>
            </a:pPr>
            <a:r>
              <a:rPr lang="en-US" sz="2400" b="1" i="0" u="none" strike="noStrike" cap="none">
                <a:solidFill>
                  <a:srgbClr val="E0EAFE"/>
                </a:solidFill>
                <a:latin typeface="Times New Roman"/>
                <a:ea typeface="Times New Roman"/>
                <a:cs typeface="Times New Roman"/>
                <a:sym typeface="Times New Roman"/>
              </a:rPr>
              <a:t>Entry-level làm remote 🡪 chi phí thấp.</a:t>
            </a:r>
            <a:endParaRPr/>
          </a:p>
          <a:p>
            <a:pPr marL="342900" marR="0" lvl="0" indent="-190500" algn="l" rtl="0">
              <a:lnSpc>
                <a:spcPct val="100000"/>
              </a:lnSpc>
              <a:spcBef>
                <a:spcPts val="0"/>
              </a:spcBef>
              <a:spcAft>
                <a:spcPts val="0"/>
              </a:spcAft>
              <a:buClr>
                <a:srgbClr val="83E0FF"/>
              </a:buClr>
              <a:buSzPts val="2400"/>
              <a:buFont typeface="Noto Sans Symbols"/>
              <a:buNone/>
            </a:pPr>
            <a:endParaRPr sz="2400" b="1" i="0" u="none" strike="noStrike" cap="none">
              <a:solidFill>
                <a:srgbClr val="E0EAFE"/>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83E0FF"/>
              </a:buClr>
              <a:buSzPts val="2400"/>
              <a:buFont typeface="Noto Sans Symbols"/>
              <a:buChar char="⮚"/>
            </a:pPr>
            <a:r>
              <a:rPr lang="en-US" sz="2400" b="1" i="0" u="none" strike="noStrike" cap="none">
                <a:solidFill>
                  <a:srgbClr val="E0EAFE"/>
                </a:solidFill>
                <a:latin typeface="Times New Roman"/>
                <a:ea typeface="Times New Roman"/>
                <a:cs typeface="Times New Roman"/>
                <a:sym typeface="Times New Roman"/>
              </a:rPr>
              <a:t>Expert làm remote 🡪 mức tự chủ cao.</a:t>
            </a:r>
            <a:endParaRPr/>
          </a:p>
          <a:p>
            <a:pPr marL="342900" marR="0" lvl="0" indent="-190500" algn="l" rtl="0">
              <a:lnSpc>
                <a:spcPct val="100000"/>
              </a:lnSpc>
              <a:spcBef>
                <a:spcPts val="0"/>
              </a:spcBef>
              <a:spcAft>
                <a:spcPts val="0"/>
              </a:spcAft>
              <a:buClr>
                <a:srgbClr val="83E0FF"/>
              </a:buClr>
              <a:buSzPts val="2400"/>
              <a:buFont typeface="Noto Sans Symbols"/>
              <a:buNone/>
            </a:pPr>
            <a:endParaRPr sz="2400" b="1" i="0" u="none" strike="noStrike" cap="none">
              <a:solidFill>
                <a:srgbClr val="E0EAFE"/>
              </a:solidFill>
              <a:latin typeface="Times New Roman"/>
              <a:ea typeface="Times New Roman"/>
              <a:cs typeface="Times New Roman"/>
              <a:sym typeface="Times New Roman"/>
            </a:endParaRPr>
          </a:p>
          <a:p>
            <a:pPr marL="342900" marR="0" lvl="0" indent="-342900" algn="l" rtl="0">
              <a:lnSpc>
                <a:spcPct val="100000"/>
              </a:lnSpc>
              <a:spcBef>
                <a:spcPts val="0"/>
              </a:spcBef>
              <a:spcAft>
                <a:spcPts val="0"/>
              </a:spcAft>
              <a:buClr>
                <a:srgbClr val="83E0FF"/>
              </a:buClr>
              <a:buSzPts val="2400"/>
              <a:buFont typeface="Noto Sans Symbols"/>
              <a:buChar char="⮚"/>
            </a:pPr>
            <a:r>
              <a:rPr lang="en-US" sz="2400" b="1" i="0" u="none" strike="noStrike" cap="none">
                <a:solidFill>
                  <a:srgbClr val="E0EAFE"/>
                </a:solidFill>
                <a:latin typeface="Times New Roman"/>
                <a:ea typeface="Times New Roman"/>
                <a:cs typeface="Times New Roman"/>
                <a:sym typeface="Times New Roman"/>
              </a:rPr>
              <a:t>Nhóm mid-level, senior 🡪 tỷ lệ hybrid cao nhất.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1"/>
                                        </p:tgtEl>
                                        <p:attrNameLst>
                                          <p:attrName>style.visibility</p:attrName>
                                        </p:attrNameLst>
                                      </p:cBhvr>
                                      <p:to>
                                        <p:strVal val="visible"/>
                                      </p:to>
                                    </p:set>
                                    <p:animEffect transition="in" filter="fade">
                                      <p:cBhvr>
                                        <p:cTn id="7" dur="500"/>
                                        <p:tgtEl>
                                          <p:spTgt spid="6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3">
                                            <p:txEl>
                                              <p:pRg st="0" end="0"/>
                                            </p:txEl>
                                          </p:spTgt>
                                        </p:tgtEl>
                                        <p:attrNameLst>
                                          <p:attrName>style.visibility</p:attrName>
                                        </p:attrNameLst>
                                      </p:cBhvr>
                                      <p:to>
                                        <p:strVal val="visible"/>
                                      </p:to>
                                    </p:set>
                                    <p:animEffect transition="in" filter="fade">
                                      <p:cBhvr>
                                        <p:cTn id="12" dur="500"/>
                                        <p:tgtEl>
                                          <p:spTgt spid="62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3">
                                            <p:txEl>
                                              <p:pRg st="1" end="1"/>
                                            </p:txEl>
                                          </p:spTgt>
                                        </p:tgtEl>
                                        <p:attrNameLst>
                                          <p:attrName>style.visibility</p:attrName>
                                        </p:attrNameLst>
                                      </p:cBhvr>
                                      <p:to>
                                        <p:strVal val="visible"/>
                                      </p:to>
                                    </p:set>
                                    <p:animEffect transition="in" filter="fade">
                                      <p:cBhvr>
                                        <p:cTn id="17" dur="500"/>
                                        <p:tgtEl>
                                          <p:spTgt spid="62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3">
                                            <p:txEl>
                                              <p:pRg st="2" end="2"/>
                                            </p:txEl>
                                          </p:spTgt>
                                        </p:tgtEl>
                                        <p:attrNameLst>
                                          <p:attrName>style.visibility</p:attrName>
                                        </p:attrNameLst>
                                      </p:cBhvr>
                                      <p:to>
                                        <p:strVal val="visible"/>
                                      </p:to>
                                    </p:set>
                                    <p:animEffect transition="in" filter="fade">
                                      <p:cBhvr>
                                        <p:cTn id="22" dur="500"/>
                                        <p:tgtEl>
                                          <p:spTgt spid="62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23">
                                            <p:txEl>
                                              <p:pRg st="3" end="3"/>
                                            </p:txEl>
                                          </p:spTgt>
                                        </p:tgtEl>
                                        <p:attrNameLst>
                                          <p:attrName>style.visibility</p:attrName>
                                        </p:attrNameLst>
                                      </p:cBhvr>
                                      <p:to>
                                        <p:strVal val="visible"/>
                                      </p:to>
                                    </p:set>
                                    <p:animEffect transition="in" filter="fade">
                                      <p:cBhvr>
                                        <p:cTn id="27" dur="500"/>
                                        <p:tgtEl>
                                          <p:spTgt spid="62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3">
                                            <p:txEl>
                                              <p:pRg st="4" end="4"/>
                                            </p:txEl>
                                          </p:spTgt>
                                        </p:tgtEl>
                                        <p:attrNameLst>
                                          <p:attrName>style.visibility</p:attrName>
                                        </p:attrNameLst>
                                      </p:cBhvr>
                                      <p:to>
                                        <p:strVal val="visible"/>
                                      </p:to>
                                    </p:set>
                                    <p:animEffect transition="in" filter="fade">
                                      <p:cBhvr>
                                        <p:cTn id="32" dur="500"/>
                                        <p:tgtEl>
                                          <p:spTgt spid="62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23">
                                            <p:txEl>
                                              <p:pRg st="5" end="5"/>
                                            </p:txEl>
                                          </p:spTgt>
                                        </p:tgtEl>
                                        <p:attrNameLst>
                                          <p:attrName>style.visibility</p:attrName>
                                        </p:attrNameLst>
                                      </p:cBhvr>
                                      <p:to>
                                        <p:strVal val="visible"/>
                                      </p:to>
                                    </p:set>
                                    <p:animEffect transition="in" filter="fade">
                                      <p:cBhvr>
                                        <p:cTn id="37" dur="500"/>
                                        <p:tgtEl>
                                          <p:spTgt spid="62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623">
                                            <p:txEl>
                                              <p:pRg st="6" end="6"/>
                                            </p:txEl>
                                          </p:spTgt>
                                        </p:tgtEl>
                                        <p:attrNameLst>
                                          <p:attrName>style.visibility</p:attrName>
                                        </p:attrNameLst>
                                      </p:cBhvr>
                                      <p:to>
                                        <p:strVal val="visible"/>
                                      </p:to>
                                    </p:set>
                                    <p:animEffect transition="in" filter="fade">
                                      <p:cBhvr>
                                        <p:cTn id="42" dur="500"/>
                                        <p:tgtEl>
                                          <p:spTgt spid="62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66"/>
          <p:cNvSpPr txBox="1">
            <a:spLocks noGrp="1"/>
          </p:cNvSpPr>
          <p:nvPr>
            <p:ph type="ctrTitle" idx="4294967295"/>
          </p:nvPr>
        </p:nvSpPr>
        <p:spPr>
          <a:xfrm>
            <a:off x="639096" y="1327479"/>
            <a:ext cx="7830735" cy="2310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FFFFFF"/>
              </a:buClr>
              <a:buSzPts val="3000"/>
              <a:buFont typeface="Hind"/>
              <a:buNone/>
            </a:pPr>
            <a:r>
              <a:rPr lang="en-US" sz="4000" b="1" i="0" u="none" strike="noStrike" cap="none">
                <a:solidFill>
                  <a:srgbClr val="FFFFFF"/>
                </a:solidFill>
                <a:latin typeface="Times New Roman"/>
                <a:ea typeface="Times New Roman"/>
                <a:cs typeface="Times New Roman"/>
                <a:sym typeface="Times New Roman"/>
              </a:rPr>
              <a:t>DASHBOARD DỰ ĐOÁN XU HƯỚNG TĂNG TRƯỞNG LƯƠNG 2024</a:t>
            </a:r>
            <a:endParaRPr sz="4000" b="1" i="0" u="none" strike="noStrike" cap="none">
              <a:solidFill>
                <a:srgbClr val="FFFFFF"/>
              </a:solidFill>
              <a:latin typeface="Times New Roman"/>
              <a:ea typeface="Times New Roman"/>
              <a:cs typeface="Times New Roman"/>
              <a:sym typeface="Times New Roman"/>
            </a:endParaRPr>
          </a:p>
        </p:txBody>
      </p:sp>
      <p:sp>
        <p:nvSpPr>
          <p:cNvPr id="629" name="Google Shape;629;p66"/>
          <p:cNvSpPr txBox="1">
            <a:spLocks noGrp="1"/>
          </p:cNvSpPr>
          <p:nvPr>
            <p:ph type="subTitle" idx="4294967295"/>
          </p:nvPr>
        </p:nvSpPr>
        <p:spPr>
          <a:xfrm>
            <a:off x="1672075" y="3411552"/>
            <a:ext cx="5635200" cy="784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600"/>
              </a:spcBef>
              <a:spcAft>
                <a:spcPts val="0"/>
              </a:spcAft>
              <a:buClr>
                <a:srgbClr val="1C4587"/>
              </a:buClr>
              <a:buSzPts val="2400"/>
              <a:buFont typeface="Hind"/>
              <a:buNone/>
            </a:pPr>
            <a:r>
              <a:rPr lang="en-US" sz="1800" b="1" i="0" u="none" strike="noStrike" cap="none">
                <a:solidFill>
                  <a:srgbClr val="BF4C00"/>
                </a:solidFill>
                <a:latin typeface="Times New Roman"/>
                <a:ea typeface="Times New Roman"/>
                <a:cs typeface="Times New Roman"/>
                <a:sym typeface="Times New Roman"/>
              </a:rPr>
              <a:t>Data Science &amp; AI Salary Analysis 2020–2023</a:t>
            </a:r>
            <a:endParaRPr sz="2400" b="1" i="0" u="none" strike="noStrike" cap="none">
              <a:solidFill>
                <a:srgbClr val="BF4C00"/>
              </a:solidFill>
              <a:latin typeface="Times New Roman"/>
              <a:ea typeface="Times New Roman"/>
              <a:cs typeface="Times New Roman"/>
              <a:sym typeface="Times New Roman"/>
            </a:endParaRPr>
          </a:p>
        </p:txBody>
      </p:sp>
      <p:sp>
        <p:nvSpPr>
          <p:cNvPr id="630" name="Google Shape;630;p66"/>
          <p:cNvSpPr/>
          <p:nvPr/>
        </p:nvSpPr>
        <p:spPr>
          <a:xfrm>
            <a:off x="5066647" y="717180"/>
            <a:ext cx="275621" cy="26317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31" name="Google Shape;631;p66"/>
          <p:cNvGrpSpPr/>
          <p:nvPr/>
        </p:nvGrpSpPr>
        <p:grpSpPr>
          <a:xfrm>
            <a:off x="5777513" y="-2278"/>
            <a:ext cx="1254638" cy="1209257"/>
            <a:chOff x="6654650" y="3665275"/>
            <a:chExt cx="409100" cy="409125"/>
          </a:xfrm>
        </p:grpSpPr>
        <p:sp>
          <p:nvSpPr>
            <p:cNvPr id="632" name="Google Shape;632;p66"/>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3" name="Google Shape;633;p66"/>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6699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34" name="Google Shape;634;p66"/>
          <p:cNvGrpSpPr/>
          <p:nvPr/>
        </p:nvGrpSpPr>
        <p:grpSpPr>
          <a:xfrm>
            <a:off x="537677" y="39243"/>
            <a:ext cx="1178181" cy="1333379"/>
            <a:chOff x="2978" y="4634875"/>
            <a:chExt cx="698572" cy="987068"/>
          </a:xfrm>
        </p:grpSpPr>
        <p:sp>
          <p:nvSpPr>
            <p:cNvPr id="635" name="Google Shape;635;p66"/>
            <p:cNvSpPr/>
            <p:nvPr/>
          </p:nvSpPr>
          <p:spPr>
            <a:xfrm>
              <a:off x="2978" y="5178618"/>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6" name="Google Shape;636;p66"/>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7" name="Google Shape;637;p66"/>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8" name="Google Shape;638;p66"/>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639" name="Google Shape;639;p66"/>
          <p:cNvSpPr/>
          <p:nvPr/>
        </p:nvSpPr>
        <p:spPr>
          <a:xfrm rot="1892490">
            <a:off x="6821707" y="1112575"/>
            <a:ext cx="275600" cy="263152"/>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0" name="Google Shape;640;p66"/>
          <p:cNvSpPr/>
          <p:nvPr/>
        </p:nvSpPr>
        <p:spPr>
          <a:xfrm rot="-931596">
            <a:off x="7052573" y="2220270"/>
            <a:ext cx="186411" cy="177991"/>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FFCC0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1" name="Google Shape;641;p66"/>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23</a:t>
            </a:fld>
            <a:endParaRPr/>
          </a:p>
        </p:txBody>
      </p:sp>
      <p:sp>
        <p:nvSpPr>
          <p:cNvPr id="642" name="Google Shape;642;p66"/>
          <p:cNvSpPr txBox="1"/>
          <p:nvPr/>
        </p:nvSpPr>
        <p:spPr>
          <a:xfrm>
            <a:off x="1832832" y="576959"/>
            <a:ext cx="4572000" cy="769441"/>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4400" b="1" i="0" u="none" strike="noStrike" cap="none">
                <a:solidFill>
                  <a:schemeClr val="dk1"/>
                </a:solidFill>
                <a:latin typeface="Arial"/>
                <a:ea typeface="Arial"/>
                <a:cs typeface="Arial"/>
                <a:sym typeface="Arial"/>
              </a:rPr>
              <a:t>6</a:t>
            </a:r>
            <a:endParaRPr sz="4400" b="1" i="0" u="none" strike="noStrike" cap="none">
              <a:solidFill>
                <a:schemeClr val="dk1"/>
              </a:solidFill>
              <a:latin typeface="Arial"/>
              <a:ea typeface="Arial"/>
              <a:cs typeface="Arial"/>
              <a:sym typeface="Arial"/>
            </a:endParaRPr>
          </a:p>
        </p:txBody>
      </p:sp>
      <p:sp>
        <p:nvSpPr>
          <p:cNvPr id="643" name="Google Shape;643;p66"/>
          <p:cNvSpPr/>
          <p:nvPr/>
        </p:nvSpPr>
        <p:spPr>
          <a:xfrm>
            <a:off x="414052" y="1421259"/>
            <a:ext cx="123625" cy="99017"/>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FF006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8"/>
                                        </p:tgtEl>
                                        <p:attrNameLst>
                                          <p:attrName>style.visibility</p:attrName>
                                        </p:attrNameLst>
                                      </p:cBhvr>
                                      <p:to>
                                        <p:strVal val="visible"/>
                                      </p:to>
                                    </p:set>
                                    <p:animEffect transition="in" filter="fade">
                                      <p:cBhvr>
                                        <p:cTn id="7" dur="500"/>
                                        <p:tgtEl>
                                          <p:spTgt spid="628"/>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629">
                                            <p:txEl>
                                              <p:pRg st="0" end="0"/>
                                            </p:txEl>
                                          </p:spTgt>
                                        </p:tgtEl>
                                        <p:attrNameLst>
                                          <p:attrName>style.visibility</p:attrName>
                                        </p:attrNameLst>
                                      </p:cBhvr>
                                      <p:to>
                                        <p:strVal val="visible"/>
                                      </p:to>
                                    </p:set>
                                    <p:anim calcmode="lin" valueType="num">
                                      <p:cBhvr additive="base">
                                        <p:cTn id="12" dur="500"/>
                                        <p:tgtEl>
                                          <p:spTgt spid="629">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67"/>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24</a:t>
            </a:fld>
            <a:endParaRPr/>
          </a:p>
        </p:txBody>
      </p:sp>
      <p:pic>
        <p:nvPicPr>
          <p:cNvPr id="649" name="Google Shape;649;p67"/>
          <p:cNvPicPr preferRelativeResize="0"/>
          <p:nvPr/>
        </p:nvPicPr>
        <p:blipFill rotWithShape="1">
          <a:blip r:embed="rId3">
            <a:alphaModFix/>
          </a:blip>
          <a:srcRect/>
          <a:stretch/>
        </p:blipFill>
        <p:spPr>
          <a:xfrm>
            <a:off x="0" y="21644"/>
            <a:ext cx="9144000" cy="510021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9"/>
                                        </p:tgtEl>
                                        <p:attrNameLst>
                                          <p:attrName>style.visibility</p:attrName>
                                        </p:attrNameLst>
                                      </p:cBhvr>
                                      <p:to>
                                        <p:strVal val="visible"/>
                                      </p:to>
                                    </p:set>
                                    <p:animEffect transition="in" filter="fade">
                                      <p:cBhvr>
                                        <p:cTn id="7" dur="500"/>
                                        <p:tgtEl>
                                          <p:spTgt spid="6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88"/>
        <p:cNvGrpSpPr/>
        <p:nvPr/>
      </p:nvGrpSpPr>
      <p:grpSpPr>
        <a:xfrm>
          <a:off x="0" y="0"/>
          <a:ext cx="0" cy="0"/>
          <a:chOff x="0" y="0"/>
          <a:chExt cx="0" cy="0"/>
        </a:xfrm>
      </p:grpSpPr>
      <p:sp>
        <p:nvSpPr>
          <p:cNvPr id="689" name="Google Shape;689;p73"/>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25</a:t>
            </a:fld>
            <a:endParaRPr/>
          </a:p>
        </p:txBody>
      </p:sp>
      <p:sp>
        <p:nvSpPr>
          <p:cNvPr id="690" name="Google Shape;690;p73"/>
          <p:cNvSpPr txBox="1">
            <a:spLocks noGrp="1"/>
          </p:cNvSpPr>
          <p:nvPr>
            <p:ph type="title"/>
          </p:nvPr>
        </p:nvSpPr>
        <p:spPr>
          <a:xfrm>
            <a:off x="471949" y="167149"/>
            <a:ext cx="7167715" cy="924232"/>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600">
                <a:solidFill>
                  <a:srgbClr val="BF004C"/>
                </a:solidFill>
                <a:latin typeface="Times New Roman"/>
                <a:ea typeface="Times New Roman"/>
                <a:cs typeface="Times New Roman"/>
                <a:sym typeface="Times New Roman"/>
              </a:rPr>
              <a:t>📌 </a:t>
            </a:r>
            <a:r>
              <a:rPr lang="en-US" sz="3600" b="1">
                <a:solidFill>
                  <a:srgbClr val="BF004C"/>
                </a:solidFill>
                <a:latin typeface="Times New Roman"/>
                <a:ea typeface="Times New Roman"/>
                <a:cs typeface="Times New Roman"/>
                <a:sym typeface="Times New Roman"/>
              </a:rPr>
              <a:t>Nhận xét</a:t>
            </a:r>
            <a:endParaRPr sz="333300">
              <a:solidFill>
                <a:srgbClr val="BF004C"/>
              </a:solidFill>
              <a:latin typeface="Times New Roman"/>
              <a:ea typeface="Times New Roman"/>
              <a:cs typeface="Times New Roman"/>
              <a:sym typeface="Times New Roman"/>
            </a:endParaRPr>
          </a:p>
        </p:txBody>
      </p:sp>
      <p:sp>
        <p:nvSpPr>
          <p:cNvPr id="691" name="Google Shape;691;p73"/>
          <p:cNvSpPr txBox="1"/>
          <p:nvPr/>
        </p:nvSpPr>
        <p:spPr>
          <a:xfrm>
            <a:off x="2067951" y="1898282"/>
            <a:ext cx="5127674" cy="15696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1" i="0" u="none" strike="noStrike" cap="none">
                <a:solidFill>
                  <a:srgbClr val="C1FFAD"/>
                </a:solidFill>
                <a:latin typeface="Times New Roman"/>
                <a:ea typeface="Times New Roman"/>
                <a:cs typeface="Times New Roman"/>
                <a:sym typeface="Times New Roman"/>
              </a:rPr>
              <a:t>Nhóm Data Leader - Scientist cao cấp có thu nhập vượt trội so với nhóm Analyst và các vai trò kỹ thuật junior.</a:t>
            </a:r>
            <a:endParaRPr sz="2400" b="1" i="0" u="none" strike="noStrike" cap="none">
              <a:solidFill>
                <a:srgbClr val="C1FFAD"/>
              </a:solidFill>
              <a:latin typeface="Times New Roman"/>
              <a:ea typeface="Times New Roman"/>
              <a:cs typeface="Times New Roman"/>
              <a:sym typeface="Times New Roman"/>
            </a:endParaRPr>
          </a:p>
        </p:txBody>
      </p:sp>
      <p:sp>
        <p:nvSpPr>
          <p:cNvPr id="692" name="Google Shape;692;p73"/>
          <p:cNvSpPr/>
          <p:nvPr/>
        </p:nvSpPr>
        <p:spPr>
          <a:xfrm>
            <a:off x="661181" y="2329082"/>
            <a:ext cx="1174653" cy="485335"/>
          </a:xfrm>
          <a:prstGeom prst="rightArrow">
            <a:avLst>
              <a:gd name="adj1" fmla="val 50000"/>
              <a:gd name="adj2" fmla="val 50000"/>
            </a:avLst>
          </a:prstGeom>
          <a:solidFill>
            <a:schemeClr val="accent1"/>
          </a:solidFill>
          <a:ln w="25400" cap="flat" cmpd="sng">
            <a:solidFill>
              <a:srgbClr val="2B406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90"/>
                                        </p:tgtEl>
                                        <p:attrNameLst>
                                          <p:attrName>style.visibility</p:attrName>
                                        </p:attrNameLst>
                                      </p:cBhvr>
                                      <p:to>
                                        <p:strVal val="visible"/>
                                      </p:to>
                                    </p:set>
                                    <p:anim calcmode="lin" valueType="num">
                                      <p:cBhvr additive="base">
                                        <p:cTn id="7" dur="500"/>
                                        <p:tgtEl>
                                          <p:spTgt spid="69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92"/>
                                        </p:tgtEl>
                                        <p:attrNameLst>
                                          <p:attrName>style.visibility</p:attrName>
                                        </p:attrNameLst>
                                      </p:cBhvr>
                                      <p:to>
                                        <p:strVal val="visible"/>
                                      </p:to>
                                    </p:set>
                                    <p:animEffect transition="in" filter="fade">
                                      <p:cBhvr>
                                        <p:cTn id="12" dur="1000"/>
                                        <p:tgtEl>
                                          <p:spTgt spid="69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91"/>
                                        </p:tgtEl>
                                        <p:attrNameLst>
                                          <p:attrName>style.visibility</p:attrName>
                                        </p:attrNameLst>
                                      </p:cBhvr>
                                      <p:to>
                                        <p:strVal val="visible"/>
                                      </p:to>
                                    </p:set>
                                    <p:animEffect transition="in" filter="fade">
                                      <p:cBhvr>
                                        <p:cTn id="17" dur="500"/>
                                        <p:tgtEl>
                                          <p:spTgt spid="6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15"/>
        <p:cNvGrpSpPr/>
        <p:nvPr/>
      </p:nvGrpSpPr>
      <p:grpSpPr>
        <a:xfrm>
          <a:off x="0" y="0"/>
          <a:ext cx="0" cy="0"/>
          <a:chOff x="0" y="0"/>
          <a:chExt cx="0" cy="0"/>
        </a:xfrm>
      </p:grpSpPr>
      <p:sp>
        <p:nvSpPr>
          <p:cNvPr id="716" name="Google Shape;716;p76"/>
          <p:cNvSpPr txBox="1">
            <a:spLocks noGrp="1"/>
          </p:cNvSpPr>
          <p:nvPr>
            <p:ph type="title"/>
          </p:nvPr>
        </p:nvSpPr>
        <p:spPr>
          <a:xfrm>
            <a:off x="275302" y="29497"/>
            <a:ext cx="6872749" cy="69809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200">
                <a:solidFill>
                  <a:srgbClr val="FFA366"/>
                </a:solidFill>
                <a:latin typeface="Times New Roman"/>
                <a:ea typeface="Times New Roman"/>
                <a:cs typeface="Times New Roman"/>
                <a:sym typeface="Times New Roman"/>
              </a:rPr>
              <a:t>7. Tổng kết </a:t>
            </a:r>
            <a:endParaRPr sz="3200">
              <a:solidFill>
                <a:srgbClr val="FFA366"/>
              </a:solidFill>
              <a:latin typeface="Times New Roman"/>
              <a:ea typeface="Times New Roman"/>
              <a:cs typeface="Times New Roman"/>
              <a:sym typeface="Times New Roman"/>
            </a:endParaRPr>
          </a:p>
        </p:txBody>
      </p:sp>
      <p:sp>
        <p:nvSpPr>
          <p:cNvPr id="717" name="Google Shape;717;p76"/>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26</a:t>
            </a:fld>
            <a:endParaRPr/>
          </a:p>
        </p:txBody>
      </p:sp>
      <p:sp>
        <p:nvSpPr>
          <p:cNvPr id="718" name="Google Shape;718;p76"/>
          <p:cNvSpPr txBox="1"/>
          <p:nvPr/>
        </p:nvSpPr>
        <p:spPr>
          <a:xfrm>
            <a:off x="1017638" y="730758"/>
            <a:ext cx="6872749" cy="4247317"/>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On-site có lương cao nhất</a:t>
            </a:r>
            <a:endParaRPr sz="1800" b="1" i="0" u="none" strike="noStrike" cap="none">
              <a:solidFill>
                <a:srgbClr val="A2FF83"/>
              </a:solidFill>
              <a:latin typeface="Times New Roman"/>
              <a:ea typeface="Times New Roman"/>
              <a:cs typeface="Times New Roman"/>
              <a:sym typeface="Times New Roman"/>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Hybrid thấp nhất.</a:t>
            </a:r>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Data Engineer, Data Analyst, Data Scientist số lượng áp đảo.</a:t>
            </a:r>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Remote chiếm 43.75% — khá phổ biến trong ngành dữ liệu.</a:t>
            </a:r>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Lương tăng mạnh theo kinh nghiệm</a:t>
            </a:r>
            <a:endParaRPr sz="1800" b="1" i="0" u="none" strike="noStrike" cap="none">
              <a:solidFill>
                <a:srgbClr val="A2FF83"/>
              </a:solidFill>
              <a:latin typeface="Times New Roman"/>
              <a:ea typeface="Times New Roman"/>
              <a:cs typeface="Times New Roman"/>
              <a:sym typeface="Times New Roman"/>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Đặc biệt ở mốc Senior trở lên.</a:t>
            </a:r>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Remote phổ biến ở cả hai nhóm: Entry và Expert.</a:t>
            </a:r>
            <a:endParaRPr/>
          </a:p>
          <a:p>
            <a:pPr marL="285750" marR="0" lvl="0" indent="-171450" algn="l" rtl="0">
              <a:lnSpc>
                <a:spcPct val="100000"/>
              </a:lnSpc>
              <a:spcBef>
                <a:spcPts val="0"/>
              </a:spcBef>
              <a:spcAft>
                <a:spcPts val="0"/>
              </a:spcAft>
              <a:buClr>
                <a:srgbClr val="0C5DFF"/>
              </a:buClr>
              <a:buSzPts val="1800"/>
              <a:buFont typeface="Noto Sans Symbols"/>
              <a:buNone/>
            </a:pPr>
            <a:endParaRPr sz="1800" b="1" i="0" u="none" strike="noStrike" cap="none">
              <a:solidFill>
                <a:srgbClr val="A2FF83"/>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1800"/>
              <a:buFont typeface="Noto Sans Symbols"/>
              <a:buChar char="⮚"/>
            </a:pPr>
            <a:r>
              <a:rPr lang="en-US" sz="1800" b="1" i="0" u="none" strike="noStrike" cap="none">
                <a:solidFill>
                  <a:srgbClr val="A2FF83"/>
                </a:solidFill>
                <a:latin typeface="Times New Roman"/>
                <a:ea typeface="Times New Roman"/>
                <a:cs typeface="Times New Roman"/>
                <a:sym typeface="Times New Roman"/>
              </a:rPr>
              <a:t>Các trung tâm dữ liệu lớn tập trung ở Bắc Mỹ và châu Âu.</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6"/>
                                        </p:tgtEl>
                                        <p:attrNameLst>
                                          <p:attrName>style.visibility</p:attrName>
                                        </p:attrNameLst>
                                      </p:cBhvr>
                                      <p:to>
                                        <p:strVal val="visible"/>
                                      </p:to>
                                    </p:set>
                                    <p:animEffect transition="in" filter="fade">
                                      <p:cBhvr>
                                        <p:cTn id="7" dur="2000"/>
                                        <p:tgtEl>
                                          <p:spTgt spid="7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18">
                                            <p:txEl>
                                              <p:pRg st="0" end="0"/>
                                            </p:txEl>
                                          </p:spTgt>
                                        </p:tgtEl>
                                        <p:attrNameLst>
                                          <p:attrName>style.visibility</p:attrName>
                                        </p:attrNameLst>
                                      </p:cBhvr>
                                      <p:to>
                                        <p:strVal val="visible"/>
                                      </p:to>
                                    </p:set>
                                    <p:animEffect transition="in" filter="fade">
                                      <p:cBhvr>
                                        <p:cTn id="12" dur="500"/>
                                        <p:tgtEl>
                                          <p:spTgt spid="71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8">
                                            <p:txEl>
                                              <p:pRg st="1" end="1"/>
                                            </p:txEl>
                                          </p:spTgt>
                                        </p:tgtEl>
                                        <p:attrNameLst>
                                          <p:attrName>style.visibility</p:attrName>
                                        </p:attrNameLst>
                                      </p:cBhvr>
                                      <p:to>
                                        <p:strVal val="visible"/>
                                      </p:to>
                                    </p:set>
                                    <p:animEffect transition="in" filter="fade">
                                      <p:cBhvr>
                                        <p:cTn id="17" dur="500"/>
                                        <p:tgtEl>
                                          <p:spTgt spid="71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18">
                                            <p:txEl>
                                              <p:pRg st="2" end="2"/>
                                            </p:txEl>
                                          </p:spTgt>
                                        </p:tgtEl>
                                        <p:attrNameLst>
                                          <p:attrName>style.visibility</p:attrName>
                                        </p:attrNameLst>
                                      </p:cBhvr>
                                      <p:to>
                                        <p:strVal val="visible"/>
                                      </p:to>
                                    </p:set>
                                    <p:animEffect transition="in" filter="fade">
                                      <p:cBhvr>
                                        <p:cTn id="22" dur="500"/>
                                        <p:tgtEl>
                                          <p:spTgt spid="718">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18">
                                            <p:txEl>
                                              <p:pRg st="3" end="3"/>
                                            </p:txEl>
                                          </p:spTgt>
                                        </p:tgtEl>
                                        <p:attrNameLst>
                                          <p:attrName>style.visibility</p:attrName>
                                        </p:attrNameLst>
                                      </p:cBhvr>
                                      <p:to>
                                        <p:strVal val="visible"/>
                                      </p:to>
                                    </p:set>
                                    <p:animEffect transition="in" filter="fade">
                                      <p:cBhvr>
                                        <p:cTn id="27" dur="500"/>
                                        <p:tgtEl>
                                          <p:spTgt spid="718">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18">
                                            <p:txEl>
                                              <p:pRg st="4" end="4"/>
                                            </p:txEl>
                                          </p:spTgt>
                                        </p:tgtEl>
                                        <p:attrNameLst>
                                          <p:attrName>style.visibility</p:attrName>
                                        </p:attrNameLst>
                                      </p:cBhvr>
                                      <p:to>
                                        <p:strVal val="visible"/>
                                      </p:to>
                                    </p:set>
                                    <p:animEffect transition="in" filter="fade">
                                      <p:cBhvr>
                                        <p:cTn id="32" dur="500"/>
                                        <p:tgtEl>
                                          <p:spTgt spid="718">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18">
                                            <p:txEl>
                                              <p:pRg st="5" end="5"/>
                                            </p:txEl>
                                          </p:spTgt>
                                        </p:tgtEl>
                                        <p:attrNameLst>
                                          <p:attrName>style.visibility</p:attrName>
                                        </p:attrNameLst>
                                      </p:cBhvr>
                                      <p:to>
                                        <p:strVal val="visible"/>
                                      </p:to>
                                    </p:set>
                                    <p:animEffect transition="in" filter="fade">
                                      <p:cBhvr>
                                        <p:cTn id="37" dur="500"/>
                                        <p:tgtEl>
                                          <p:spTgt spid="718">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18">
                                            <p:txEl>
                                              <p:pRg st="6" end="6"/>
                                            </p:txEl>
                                          </p:spTgt>
                                        </p:tgtEl>
                                        <p:attrNameLst>
                                          <p:attrName>style.visibility</p:attrName>
                                        </p:attrNameLst>
                                      </p:cBhvr>
                                      <p:to>
                                        <p:strVal val="visible"/>
                                      </p:to>
                                    </p:set>
                                    <p:animEffect transition="in" filter="fade">
                                      <p:cBhvr>
                                        <p:cTn id="42" dur="500"/>
                                        <p:tgtEl>
                                          <p:spTgt spid="718">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18">
                                            <p:txEl>
                                              <p:pRg st="7" end="7"/>
                                            </p:txEl>
                                          </p:spTgt>
                                        </p:tgtEl>
                                        <p:attrNameLst>
                                          <p:attrName>style.visibility</p:attrName>
                                        </p:attrNameLst>
                                      </p:cBhvr>
                                      <p:to>
                                        <p:strVal val="visible"/>
                                      </p:to>
                                    </p:set>
                                    <p:animEffect transition="in" filter="fade">
                                      <p:cBhvr>
                                        <p:cTn id="47" dur="500"/>
                                        <p:tgtEl>
                                          <p:spTgt spid="718">
                                            <p:txEl>
                                              <p:pRg st="7" end="7"/>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18">
                                            <p:txEl>
                                              <p:pRg st="8" end="8"/>
                                            </p:txEl>
                                          </p:spTgt>
                                        </p:tgtEl>
                                        <p:attrNameLst>
                                          <p:attrName>style.visibility</p:attrName>
                                        </p:attrNameLst>
                                      </p:cBhvr>
                                      <p:to>
                                        <p:strVal val="visible"/>
                                      </p:to>
                                    </p:set>
                                    <p:animEffect transition="in" filter="fade">
                                      <p:cBhvr>
                                        <p:cTn id="52" dur="500"/>
                                        <p:tgtEl>
                                          <p:spTgt spid="718">
                                            <p:txEl>
                                              <p:pRg st="8" end="8"/>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718">
                                            <p:txEl>
                                              <p:pRg st="9" end="9"/>
                                            </p:txEl>
                                          </p:spTgt>
                                        </p:tgtEl>
                                        <p:attrNameLst>
                                          <p:attrName>style.visibility</p:attrName>
                                        </p:attrNameLst>
                                      </p:cBhvr>
                                      <p:to>
                                        <p:strVal val="visible"/>
                                      </p:to>
                                    </p:set>
                                    <p:animEffect transition="in" filter="fade">
                                      <p:cBhvr>
                                        <p:cTn id="57" dur="500"/>
                                        <p:tgtEl>
                                          <p:spTgt spid="718">
                                            <p:txEl>
                                              <p:pRg st="9" end="9"/>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718">
                                            <p:txEl>
                                              <p:pRg st="10" end="10"/>
                                            </p:txEl>
                                          </p:spTgt>
                                        </p:tgtEl>
                                        <p:attrNameLst>
                                          <p:attrName>style.visibility</p:attrName>
                                        </p:attrNameLst>
                                      </p:cBhvr>
                                      <p:to>
                                        <p:strVal val="visible"/>
                                      </p:to>
                                    </p:set>
                                    <p:animEffect transition="in" filter="fade">
                                      <p:cBhvr>
                                        <p:cTn id="62" dur="500"/>
                                        <p:tgtEl>
                                          <p:spTgt spid="718">
                                            <p:txEl>
                                              <p:pRg st="10" end="1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718">
                                            <p:txEl>
                                              <p:pRg st="11" end="11"/>
                                            </p:txEl>
                                          </p:spTgt>
                                        </p:tgtEl>
                                        <p:attrNameLst>
                                          <p:attrName>style.visibility</p:attrName>
                                        </p:attrNameLst>
                                      </p:cBhvr>
                                      <p:to>
                                        <p:strVal val="visible"/>
                                      </p:to>
                                    </p:set>
                                    <p:animEffect transition="in" filter="fade">
                                      <p:cBhvr>
                                        <p:cTn id="67" dur="500"/>
                                        <p:tgtEl>
                                          <p:spTgt spid="718">
                                            <p:txEl>
                                              <p:pRg st="11" end="1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718">
                                            <p:txEl>
                                              <p:pRg st="12" end="12"/>
                                            </p:txEl>
                                          </p:spTgt>
                                        </p:tgtEl>
                                        <p:attrNameLst>
                                          <p:attrName>style.visibility</p:attrName>
                                        </p:attrNameLst>
                                      </p:cBhvr>
                                      <p:to>
                                        <p:strVal val="visible"/>
                                      </p:to>
                                    </p:set>
                                    <p:animEffect transition="in" filter="fade">
                                      <p:cBhvr>
                                        <p:cTn id="72" dur="500"/>
                                        <p:tgtEl>
                                          <p:spTgt spid="718">
                                            <p:txEl>
                                              <p:pRg st="12" end="12"/>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18">
                                            <p:txEl>
                                              <p:pRg st="13" end="13"/>
                                            </p:txEl>
                                          </p:spTgt>
                                        </p:tgtEl>
                                        <p:attrNameLst>
                                          <p:attrName>style.visibility</p:attrName>
                                        </p:attrNameLst>
                                      </p:cBhvr>
                                      <p:to>
                                        <p:strVal val="visible"/>
                                      </p:to>
                                    </p:set>
                                    <p:animEffect transition="in" filter="fade">
                                      <p:cBhvr>
                                        <p:cTn id="77" dur="500"/>
                                        <p:tgtEl>
                                          <p:spTgt spid="718">
                                            <p:txEl>
                                              <p:pRg st="13" end="13"/>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18">
                                            <p:txEl>
                                              <p:pRg st="14" end="14"/>
                                            </p:txEl>
                                          </p:spTgt>
                                        </p:tgtEl>
                                        <p:attrNameLst>
                                          <p:attrName>style.visibility</p:attrName>
                                        </p:attrNameLst>
                                      </p:cBhvr>
                                      <p:to>
                                        <p:strVal val="visible"/>
                                      </p:to>
                                    </p:set>
                                    <p:animEffect transition="in" filter="fade">
                                      <p:cBhvr>
                                        <p:cTn id="82" dur="500"/>
                                        <p:tgtEl>
                                          <p:spTgt spid="718">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22"/>
        <p:cNvGrpSpPr/>
        <p:nvPr/>
      </p:nvGrpSpPr>
      <p:grpSpPr>
        <a:xfrm>
          <a:off x="0" y="0"/>
          <a:ext cx="0" cy="0"/>
          <a:chOff x="0" y="0"/>
          <a:chExt cx="0" cy="0"/>
        </a:xfrm>
      </p:grpSpPr>
      <p:sp>
        <p:nvSpPr>
          <p:cNvPr id="723" name="Google Shape;723;p77"/>
          <p:cNvSpPr txBox="1">
            <a:spLocks noGrp="1"/>
          </p:cNvSpPr>
          <p:nvPr>
            <p:ph type="title"/>
          </p:nvPr>
        </p:nvSpPr>
        <p:spPr>
          <a:xfrm>
            <a:off x="938979" y="29497"/>
            <a:ext cx="6872749" cy="69809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200">
                <a:solidFill>
                  <a:srgbClr val="FFA366"/>
                </a:solidFill>
                <a:latin typeface="Times New Roman"/>
                <a:ea typeface="Times New Roman"/>
                <a:cs typeface="Times New Roman"/>
                <a:sym typeface="Times New Roman"/>
              </a:rPr>
              <a:t>TỔNG KẾT TOÀN PHẦN </a:t>
            </a:r>
            <a:endParaRPr sz="3200">
              <a:solidFill>
                <a:srgbClr val="FFA366"/>
              </a:solidFill>
              <a:latin typeface="Times New Roman"/>
              <a:ea typeface="Times New Roman"/>
              <a:cs typeface="Times New Roman"/>
              <a:sym typeface="Times New Roman"/>
            </a:endParaRPr>
          </a:p>
        </p:txBody>
      </p:sp>
      <p:sp>
        <p:nvSpPr>
          <p:cNvPr id="724" name="Google Shape;724;p77"/>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27</a:t>
            </a:fld>
            <a:endParaRPr/>
          </a:p>
        </p:txBody>
      </p:sp>
      <p:sp>
        <p:nvSpPr>
          <p:cNvPr id="725" name="Google Shape;725;p77"/>
          <p:cNvSpPr txBox="1"/>
          <p:nvPr/>
        </p:nvSpPr>
        <p:spPr>
          <a:xfrm>
            <a:off x="938980" y="727587"/>
            <a:ext cx="6872749" cy="427809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3200" b="1" i="0" u="none" strike="noStrike" cap="none">
                <a:solidFill>
                  <a:srgbClr val="FF66A2"/>
                </a:solidFill>
                <a:latin typeface="Times New Roman"/>
                <a:ea typeface="Times New Roman"/>
                <a:cs typeface="Times New Roman"/>
                <a:sym typeface="Times New Roman"/>
              </a:rPr>
              <a:t>2020–2023</a:t>
            </a:r>
            <a:endParaRPr sz="3200" b="1" i="0" u="none" strike="noStrike" cap="none">
              <a:solidFill>
                <a:srgbClr val="FF66A2"/>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2400"/>
              <a:buFont typeface="Noto Sans Symbols"/>
              <a:buChar char="⮚"/>
            </a:pPr>
            <a:r>
              <a:rPr lang="en-US" sz="2400" b="1" i="0" u="none" strike="noStrike" cap="none">
                <a:solidFill>
                  <a:srgbClr val="E0FFD6"/>
                </a:solidFill>
                <a:latin typeface="Times New Roman"/>
                <a:ea typeface="Times New Roman"/>
                <a:cs typeface="Times New Roman"/>
                <a:sym typeface="Times New Roman"/>
              </a:rPr>
              <a:t> Lương ngành Data Science &amp; AI tăng mạnh</a:t>
            </a:r>
            <a:endParaRPr sz="2400" b="1" i="0" u="none" strike="noStrike" cap="none">
              <a:solidFill>
                <a:srgbClr val="E0FFD6"/>
              </a:solidFill>
              <a:latin typeface="Times New Roman"/>
              <a:ea typeface="Times New Roman"/>
              <a:cs typeface="Times New Roman"/>
              <a:sym typeface="Times New Roman"/>
            </a:endParaRPr>
          </a:p>
          <a:p>
            <a:pPr marL="285750" marR="0" lvl="0" indent="-133350" algn="l" rtl="0">
              <a:lnSpc>
                <a:spcPct val="100000"/>
              </a:lnSpc>
              <a:spcBef>
                <a:spcPts val="0"/>
              </a:spcBef>
              <a:spcAft>
                <a:spcPts val="0"/>
              </a:spcAft>
              <a:buClr>
                <a:srgbClr val="0C5DFF"/>
              </a:buClr>
              <a:buSzPts val="2400"/>
              <a:buFont typeface="Noto Sans Symbols"/>
              <a:buNone/>
            </a:pPr>
            <a:endParaRPr sz="2400" b="1" i="0" u="none" strike="noStrike" cap="none">
              <a:solidFill>
                <a:srgbClr val="E0FFD6"/>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2400"/>
              <a:buFont typeface="Noto Sans Symbols"/>
              <a:buChar char="⮚"/>
            </a:pPr>
            <a:r>
              <a:rPr lang="en-US" sz="2400" b="1" i="0" u="none" strike="noStrike" cap="none">
                <a:solidFill>
                  <a:srgbClr val="E0FFD6"/>
                </a:solidFill>
                <a:latin typeface="Times New Roman"/>
                <a:ea typeface="Times New Roman"/>
                <a:cs typeface="Times New Roman"/>
                <a:sym typeface="Times New Roman"/>
              </a:rPr>
              <a:t> Tập trung chủ yếu tại Mỹ</a:t>
            </a:r>
            <a:endParaRPr sz="2400" b="1" i="0" u="none" strike="noStrike" cap="none">
              <a:solidFill>
                <a:srgbClr val="E0FFD6"/>
              </a:solidFill>
              <a:latin typeface="Times New Roman"/>
              <a:ea typeface="Times New Roman"/>
              <a:cs typeface="Times New Roman"/>
              <a:sym typeface="Times New Roman"/>
            </a:endParaRPr>
          </a:p>
          <a:p>
            <a:pPr marL="285750" marR="0" lvl="0" indent="-133350" algn="l" rtl="0">
              <a:lnSpc>
                <a:spcPct val="100000"/>
              </a:lnSpc>
              <a:spcBef>
                <a:spcPts val="0"/>
              </a:spcBef>
              <a:spcAft>
                <a:spcPts val="0"/>
              </a:spcAft>
              <a:buClr>
                <a:srgbClr val="0C5DFF"/>
              </a:buClr>
              <a:buSzPts val="2400"/>
              <a:buFont typeface="Noto Sans Symbols"/>
              <a:buNone/>
            </a:pPr>
            <a:endParaRPr sz="2400" b="1" i="0" u="none" strike="noStrike" cap="none">
              <a:solidFill>
                <a:srgbClr val="E0FFD6"/>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2400"/>
              <a:buFont typeface="Noto Sans Symbols"/>
              <a:buChar char="⮚"/>
            </a:pPr>
            <a:r>
              <a:rPr lang="en-US" sz="2400" b="1" i="0" u="none" strike="noStrike" cap="none">
                <a:solidFill>
                  <a:srgbClr val="E0FFD6"/>
                </a:solidFill>
                <a:latin typeface="Times New Roman"/>
                <a:ea typeface="Times New Roman"/>
                <a:cs typeface="Times New Roman"/>
                <a:sym typeface="Times New Roman"/>
              </a:rPr>
              <a:t>Thiên nhiều về Senior-level</a:t>
            </a:r>
            <a:endParaRPr sz="2400" b="1" i="0" u="none" strike="noStrike" cap="none">
              <a:solidFill>
                <a:srgbClr val="E0FFD6"/>
              </a:solidFill>
              <a:latin typeface="Times New Roman"/>
              <a:ea typeface="Times New Roman"/>
              <a:cs typeface="Times New Roman"/>
              <a:sym typeface="Times New Roman"/>
            </a:endParaRPr>
          </a:p>
          <a:p>
            <a:pPr marL="285750" marR="0" lvl="0" indent="-133350" algn="l" rtl="0">
              <a:lnSpc>
                <a:spcPct val="100000"/>
              </a:lnSpc>
              <a:spcBef>
                <a:spcPts val="0"/>
              </a:spcBef>
              <a:spcAft>
                <a:spcPts val="0"/>
              </a:spcAft>
              <a:buClr>
                <a:srgbClr val="0C5DFF"/>
              </a:buClr>
              <a:buSzPts val="2400"/>
              <a:buFont typeface="Noto Sans Symbols"/>
              <a:buNone/>
            </a:pPr>
            <a:endParaRPr sz="2400" b="1" i="0" u="none" strike="noStrike" cap="none">
              <a:solidFill>
                <a:srgbClr val="E0FFD6"/>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2400"/>
              <a:buFont typeface="Noto Sans Symbols"/>
              <a:buChar char="⮚"/>
            </a:pPr>
            <a:r>
              <a:rPr lang="en-US" sz="2400" b="1" i="0" u="none" strike="noStrike" cap="none">
                <a:solidFill>
                  <a:srgbClr val="E0FFD6"/>
                </a:solidFill>
                <a:latin typeface="Times New Roman"/>
                <a:ea typeface="Times New Roman"/>
                <a:cs typeface="Times New Roman"/>
                <a:sym typeface="Times New Roman"/>
              </a:rPr>
              <a:t>Mức lương cao nhất thuộc các vị trí Lead/Architect</a:t>
            </a:r>
            <a:endParaRPr sz="2400" b="1" i="0" u="none" strike="noStrike" cap="none">
              <a:solidFill>
                <a:srgbClr val="E0FFD6"/>
              </a:solidFill>
              <a:latin typeface="Times New Roman"/>
              <a:ea typeface="Times New Roman"/>
              <a:cs typeface="Times New Roman"/>
              <a:sym typeface="Times New Roman"/>
            </a:endParaRPr>
          </a:p>
          <a:p>
            <a:pPr marL="285750" marR="0" lvl="0" indent="-133350" algn="l" rtl="0">
              <a:lnSpc>
                <a:spcPct val="100000"/>
              </a:lnSpc>
              <a:spcBef>
                <a:spcPts val="0"/>
              </a:spcBef>
              <a:spcAft>
                <a:spcPts val="0"/>
              </a:spcAft>
              <a:buClr>
                <a:srgbClr val="0C5DFF"/>
              </a:buClr>
              <a:buSzPts val="2400"/>
              <a:buFont typeface="Noto Sans Symbols"/>
              <a:buNone/>
            </a:pPr>
            <a:endParaRPr sz="2400" b="1" i="0" u="none" strike="noStrike" cap="none">
              <a:solidFill>
                <a:srgbClr val="E0FFD6"/>
              </a:solidFill>
              <a:latin typeface="Times New Roman"/>
              <a:ea typeface="Times New Roman"/>
              <a:cs typeface="Times New Roman"/>
              <a:sym typeface="Times New Roman"/>
            </a:endParaRPr>
          </a:p>
          <a:p>
            <a:pPr marL="285750" marR="0" lvl="0" indent="-285750" algn="l" rtl="0">
              <a:lnSpc>
                <a:spcPct val="100000"/>
              </a:lnSpc>
              <a:spcBef>
                <a:spcPts val="0"/>
              </a:spcBef>
              <a:spcAft>
                <a:spcPts val="0"/>
              </a:spcAft>
              <a:buClr>
                <a:srgbClr val="0C5DFF"/>
              </a:buClr>
              <a:buSzPts val="2400"/>
              <a:buFont typeface="Noto Sans Symbols"/>
              <a:buChar char="⮚"/>
            </a:pPr>
            <a:r>
              <a:rPr lang="en-US" sz="2400" b="1" i="0" u="none" strike="noStrike" cap="none">
                <a:solidFill>
                  <a:srgbClr val="E0FFD6"/>
                </a:solidFill>
                <a:latin typeface="Times New Roman"/>
                <a:ea typeface="Times New Roman"/>
                <a:cs typeface="Times New Roman"/>
                <a:sym typeface="Times New Roman"/>
              </a:rPr>
              <a:t>Mô hình remote chiếm gần 44% toàn thị trường.</a:t>
            </a:r>
            <a:endParaRPr sz="1800" b="1" i="0" u="none" strike="noStrike" cap="none">
              <a:solidFill>
                <a:srgbClr val="E0FFD6"/>
              </a:solidFill>
              <a:latin typeface="Times New Roman"/>
              <a:ea typeface="Times New Roman"/>
              <a:cs typeface="Times New Roman"/>
              <a:sym typeface="Times New Roma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3"/>
                                        </p:tgtEl>
                                        <p:attrNameLst>
                                          <p:attrName>style.visibility</p:attrName>
                                        </p:attrNameLst>
                                      </p:cBhvr>
                                      <p:to>
                                        <p:strVal val="visible"/>
                                      </p:to>
                                    </p:set>
                                    <p:animEffect transition="in" filter="fade">
                                      <p:cBhvr>
                                        <p:cTn id="7" dur="500"/>
                                        <p:tgtEl>
                                          <p:spTgt spid="72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725">
                                            <p:txEl>
                                              <p:pRg st="0" end="0"/>
                                            </p:txEl>
                                          </p:spTgt>
                                        </p:tgtEl>
                                        <p:attrNameLst>
                                          <p:attrName>style.visibility</p:attrName>
                                        </p:attrNameLst>
                                      </p:cBhvr>
                                      <p:to>
                                        <p:strVal val="visible"/>
                                      </p:to>
                                    </p:set>
                                    <p:anim calcmode="lin" valueType="num">
                                      <p:cBhvr additive="base">
                                        <p:cTn id="12" dur="500"/>
                                        <p:tgtEl>
                                          <p:spTgt spid="72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725">
                                            <p:txEl>
                                              <p:pRg st="1" end="1"/>
                                            </p:txEl>
                                          </p:spTgt>
                                        </p:tgtEl>
                                        <p:attrNameLst>
                                          <p:attrName>style.visibility</p:attrName>
                                        </p:attrNameLst>
                                      </p:cBhvr>
                                      <p:to>
                                        <p:strVal val="visible"/>
                                      </p:to>
                                    </p:set>
                                    <p:anim calcmode="lin" valueType="num">
                                      <p:cBhvr additive="base">
                                        <p:cTn id="17" dur="500"/>
                                        <p:tgtEl>
                                          <p:spTgt spid="72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725">
                                            <p:txEl>
                                              <p:pRg st="2" end="2"/>
                                            </p:txEl>
                                          </p:spTgt>
                                        </p:tgtEl>
                                        <p:attrNameLst>
                                          <p:attrName>style.visibility</p:attrName>
                                        </p:attrNameLst>
                                      </p:cBhvr>
                                      <p:to>
                                        <p:strVal val="visible"/>
                                      </p:to>
                                    </p:set>
                                    <p:anim calcmode="lin" valueType="num">
                                      <p:cBhvr additive="base">
                                        <p:cTn id="22" dur="500"/>
                                        <p:tgtEl>
                                          <p:spTgt spid="72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725">
                                            <p:txEl>
                                              <p:pRg st="3" end="3"/>
                                            </p:txEl>
                                          </p:spTgt>
                                        </p:tgtEl>
                                        <p:attrNameLst>
                                          <p:attrName>style.visibility</p:attrName>
                                        </p:attrNameLst>
                                      </p:cBhvr>
                                      <p:to>
                                        <p:strVal val="visible"/>
                                      </p:to>
                                    </p:set>
                                    <p:anim calcmode="lin" valueType="num">
                                      <p:cBhvr additive="base">
                                        <p:cTn id="27" dur="500"/>
                                        <p:tgtEl>
                                          <p:spTgt spid="72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725">
                                            <p:txEl>
                                              <p:pRg st="4" end="4"/>
                                            </p:txEl>
                                          </p:spTgt>
                                        </p:tgtEl>
                                        <p:attrNameLst>
                                          <p:attrName>style.visibility</p:attrName>
                                        </p:attrNameLst>
                                      </p:cBhvr>
                                      <p:to>
                                        <p:strVal val="visible"/>
                                      </p:to>
                                    </p:set>
                                    <p:anim calcmode="lin" valueType="num">
                                      <p:cBhvr additive="base">
                                        <p:cTn id="32" dur="500"/>
                                        <p:tgtEl>
                                          <p:spTgt spid="72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725">
                                            <p:txEl>
                                              <p:pRg st="5" end="5"/>
                                            </p:txEl>
                                          </p:spTgt>
                                        </p:tgtEl>
                                        <p:attrNameLst>
                                          <p:attrName>style.visibility</p:attrName>
                                        </p:attrNameLst>
                                      </p:cBhvr>
                                      <p:to>
                                        <p:strVal val="visible"/>
                                      </p:to>
                                    </p:set>
                                    <p:anim calcmode="lin" valueType="num">
                                      <p:cBhvr additive="base">
                                        <p:cTn id="37" dur="500"/>
                                        <p:tgtEl>
                                          <p:spTgt spid="72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725">
                                            <p:txEl>
                                              <p:pRg st="6" end="6"/>
                                            </p:txEl>
                                          </p:spTgt>
                                        </p:tgtEl>
                                        <p:attrNameLst>
                                          <p:attrName>style.visibility</p:attrName>
                                        </p:attrNameLst>
                                      </p:cBhvr>
                                      <p:to>
                                        <p:strVal val="visible"/>
                                      </p:to>
                                    </p:set>
                                    <p:anim calcmode="lin" valueType="num">
                                      <p:cBhvr additive="base">
                                        <p:cTn id="42" dur="500"/>
                                        <p:tgtEl>
                                          <p:spTgt spid="72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725">
                                            <p:txEl>
                                              <p:pRg st="7" end="7"/>
                                            </p:txEl>
                                          </p:spTgt>
                                        </p:tgtEl>
                                        <p:attrNameLst>
                                          <p:attrName>style.visibility</p:attrName>
                                        </p:attrNameLst>
                                      </p:cBhvr>
                                      <p:to>
                                        <p:strVal val="visible"/>
                                      </p:to>
                                    </p:set>
                                    <p:anim calcmode="lin" valueType="num">
                                      <p:cBhvr additive="base">
                                        <p:cTn id="47" dur="500"/>
                                        <p:tgtEl>
                                          <p:spTgt spid="725">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725">
                                            <p:txEl>
                                              <p:pRg st="8" end="8"/>
                                            </p:txEl>
                                          </p:spTgt>
                                        </p:tgtEl>
                                        <p:attrNameLst>
                                          <p:attrName>style.visibility</p:attrName>
                                        </p:attrNameLst>
                                      </p:cBhvr>
                                      <p:to>
                                        <p:strVal val="visible"/>
                                      </p:to>
                                    </p:set>
                                    <p:anim calcmode="lin" valueType="num">
                                      <p:cBhvr additive="base">
                                        <p:cTn id="52" dur="500"/>
                                        <p:tgtEl>
                                          <p:spTgt spid="725">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725">
                                            <p:txEl>
                                              <p:pRg st="9" end="9"/>
                                            </p:txEl>
                                          </p:spTgt>
                                        </p:tgtEl>
                                        <p:attrNameLst>
                                          <p:attrName>style.visibility</p:attrName>
                                        </p:attrNameLst>
                                      </p:cBhvr>
                                      <p:to>
                                        <p:strVal val="visible"/>
                                      </p:to>
                                    </p:set>
                                    <p:anim calcmode="lin" valueType="num">
                                      <p:cBhvr additive="base">
                                        <p:cTn id="57" dur="500"/>
                                        <p:tgtEl>
                                          <p:spTgt spid="725">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29"/>
        <p:cNvGrpSpPr/>
        <p:nvPr/>
      </p:nvGrpSpPr>
      <p:grpSpPr>
        <a:xfrm>
          <a:off x="0" y="0"/>
          <a:ext cx="0" cy="0"/>
          <a:chOff x="0" y="0"/>
          <a:chExt cx="0" cy="0"/>
        </a:xfrm>
      </p:grpSpPr>
      <p:sp>
        <p:nvSpPr>
          <p:cNvPr id="730" name="Google Shape;730;p78"/>
          <p:cNvSpPr txBox="1">
            <a:spLocks noGrp="1"/>
          </p:cNvSpPr>
          <p:nvPr>
            <p:ph type="title"/>
          </p:nvPr>
        </p:nvSpPr>
        <p:spPr>
          <a:xfrm>
            <a:off x="701420" y="-41301"/>
            <a:ext cx="7197590" cy="924232"/>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3000"/>
              <a:buNone/>
            </a:pPr>
            <a:r>
              <a:rPr lang="en-US" sz="3200">
                <a:solidFill>
                  <a:srgbClr val="FFA366"/>
                </a:solidFill>
                <a:latin typeface="Times New Roman"/>
                <a:ea typeface="Times New Roman"/>
                <a:cs typeface="Times New Roman"/>
                <a:sym typeface="Times New Roman"/>
              </a:rPr>
              <a:t>7. Kết luận &amp; kiến nghị</a:t>
            </a:r>
            <a:endParaRPr sz="177700">
              <a:solidFill>
                <a:srgbClr val="FFA366"/>
              </a:solidFill>
              <a:latin typeface="Times New Roman"/>
              <a:ea typeface="Times New Roman"/>
              <a:cs typeface="Times New Roman"/>
              <a:sym typeface="Times New Roman"/>
            </a:endParaRPr>
          </a:p>
        </p:txBody>
      </p:sp>
      <p:sp>
        <p:nvSpPr>
          <p:cNvPr id="731" name="Google Shape;731;p78"/>
          <p:cNvSpPr txBox="1">
            <a:spLocks noGrp="1"/>
          </p:cNvSpPr>
          <p:nvPr>
            <p:ph type="sldNum" idx="12"/>
          </p:nvPr>
        </p:nvSpPr>
        <p:spPr>
          <a:xfrm>
            <a:off x="8556775" y="4812625"/>
            <a:ext cx="587100" cy="3309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28</a:t>
            </a:fld>
            <a:endParaRPr/>
          </a:p>
        </p:txBody>
      </p:sp>
      <p:sp>
        <p:nvSpPr>
          <p:cNvPr id="732" name="Google Shape;732;p78"/>
          <p:cNvSpPr txBox="1"/>
          <p:nvPr/>
        </p:nvSpPr>
        <p:spPr>
          <a:xfrm>
            <a:off x="-983" y="1184485"/>
            <a:ext cx="998806" cy="352789"/>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600" b="1" i="0" u="none" strike="noStrike" cap="none">
                <a:solidFill>
                  <a:srgbClr val="FE99C1"/>
                </a:solidFill>
                <a:latin typeface="Times New Roman"/>
                <a:ea typeface="Times New Roman"/>
                <a:cs typeface="Times New Roman"/>
                <a:sym typeface="Times New Roman"/>
              </a:rPr>
              <a:t>Kết luận</a:t>
            </a:r>
            <a:endParaRPr sz="1600" b="0" i="0" u="none" strike="noStrike" cap="none">
              <a:solidFill>
                <a:srgbClr val="FE99C1"/>
              </a:solidFill>
              <a:latin typeface="Times New Roman"/>
              <a:ea typeface="Times New Roman"/>
              <a:cs typeface="Times New Roman"/>
              <a:sym typeface="Times New Roman"/>
            </a:endParaRPr>
          </a:p>
        </p:txBody>
      </p:sp>
      <p:cxnSp>
        <p:nvCxnSpPr>
          <p:cNvPr id="733" name="Google Shape;733;p78"/>
          <p:cNvCxnSpPr/>
          <p:nvPr/>
        </p:nvCxnSpPr>
        <p:spPr>
          <a:xfrm rot="10800000" flipH="1">
            <a:off x="997823" y="1007239"/>
            <a:ext cx="1386651" cy="353640"/>
          </a:xfrm>
          <a:prstGeom prst="straightConnector1">
            <a:avLst/>
          </a:prstGeom>
          <a:noFill/>
          <a:ln w="9525" cap="flat" cmpd="sng">
            <a:solidFill>
              <a:srgbClr val="5F93FC"/>
            </a:solidFill>
            <a:prstDash val="solid"/>
            <a:round/>
            <a:headEnd type="none" w="sm" len="sm"/>
            <a:tailEnd type="triangle" w="med" len="med"/>
          </a:ln>
        </p:spPr>
      </p:cxnSp>
      <p:sp>
        <p:nvSpPr>
          <p:cNvPr id="734" name="Google Shape;734;p78"/>
          <p:cNvSpPr txBox="1"/>
          <p:nvPr/>
        </p:nvSpPr>
        <p:spPr>
          <a:xfrm>
            <a:off x="1751427" y="914566"/>
            <a:ext cx="5641145" cy="1371337"/>
          </a:xfrm>
          <a:prstGeom prst="rect">
            <a:avLst/>
          </a:prstGeom>
          <a:noFill/>
          <a:ln>
            <a:noFill/>
          </a:ln>
        </p:spPr>
        <p:txBody>
          <a:bodyPr spcFirstLastPara="1" wrap="square" lIns="91425" tIns="45700" rIns="91425" bIns="45700" anchor="t" anchorCtr="0">
            <a:spAutoFit/>
          </a:bodyPr>
          <a:lstStyle/>
          <a:p>
            <a:pPr marL="0" marR="0" lvl="0" indent="0" algn="ctr" rtl="0">
              <a:lnSpc>
                <a:spcPct val="115000"/>
              </a:lnSpc>
              <a:spcBef>
                <a:spcPts val="0"/>
              </a:spcBef>
              <a:spcAft>
                <a:spcPts val="0"/>
              </a:spcAft>
              <a:buNone/>
            </a:pPr>
            <a:r>
              <a:rPr lang="en-US" sz="1400" b="1" i="0" u="none" strike="noStrike" cap="none">
                <a:solidFill>
                  <a:srgbClr val="FFE0CC"/>
                </a:solidFill>
                <a:latin typeface="Times New Roman"/>
                <a:ea typeface="Times New Roman"/>
                <a:cs typeface="Times New Roman"/>
                <a:sym typeface="Times New Roman"/>
              </a:rPr>
              <a:t>Ngành Data/AI vẫn tăng trưởng mạnh về thu nhập.</a:t>
            </a:r>
            <a:endParaRPr/>
          </a:p>
          <a:p>
            <a:pPr marL="0" marR="0" lvl="0" indent="0" algn="ctr" rtl="0">
              <a:lnSpc>
                <a:spcPct val="115000"/>
              </a:lnSpc>
              <a:spcBef>
                <a:spcPts val="800"/>
              </a:spcBef>
              <a:spcAft>
                <a:spcPts val="0"/>
              </a:spcAft>
              <a:buNone/>
            </a:pPr>
            <a:r>
              <a:rPr lang="en-US" sz="1400" b="1" i="0" u="none" strike="noStrike" cap="none">
                <a:solidFill>
                  <a:srgbClr val="FFE0CC"/>
                </a:solidFill>
                <a:latin typeface="Times New Roman"/>
                <a:ea typeface="Times New Roman"/>
                <a:cs typeface="Times New Roman"/>
                <a:sym typeface="Times New Roman"/>
              </a:rPr>
              <a:t>Chênh lệch lương theo kinh nghiệm và chức danh rất lớn.</a:t>
            </a:r>
            <a:endParaRPr/>
          </a:p>
          <a:p>
            <a:pPr marL="0" marR="0" lvl="0" indent="0" algn="ctr" rtl="0">
              <a:lnSpc>
                <a:spcPct val="115000"/>
              </a:lnSpc>
              <a:spcBef>
                <a:spcPts val="800"/>
              </a:spcBef>
              <a:spcAft>
                <a:spcPts val="0"/>
              </a:spcAft>
              <a:buNone/>
            </a:pPr>
            <a:r>
              <a:rPr lang="en-US" sz="1400" b="1" i="0" u="none" strike="noStrike" cap="none">
                <a:solidFill>
                  <a:srgbClr val="FFE0CC"/>
                </a:solidFill>
                <a:latin typeface="Times New Roman"/>
                <a:ea typeface="Times New Roman"/>
                <a:cs typeface="Times New Roman"/>
                <a:sym typeface="Times New Roman"/>
              </a:rPr>
              <a:t>Remote trở thành lợi thế cạnh tranh trong định giá mức lương.</a:t>
            </a:r>
            <a:endParaRPr/>
          </a:p>
          <a:p>
            <a:pPr marL="0" marR="0" lvl="0" indent="0" algn="ctr" rtl="0">
              <a:lnSpc>
                <a:spcPct val="115000"/>
              </a:lnSpc>
              <a:spcBef>
                <a:spcPts val="800"/>
              </a:spcBef>
              <a:spcAft>
                <a:spcPts val="0"/>
              </a:spcAft>
              <a:buNone/>
            </a:pPr>
            <a:r>
              <a:rPr lang="en-US" sz="1400" b="1" i="0" u="none" strike="noStrike" cap="none">
                <a:solidFill>
                  <a:srgbClr val="FFE0CC"/>
                </a:solidFill>
                <a:latin typeface="Times New Roman"/>
                <a:ea typeface="Times New Roman"/>
                <a:cs typeface="Times New Roman"/>
                <a:sym typeface="Times New Roman"/>
              </a:rPr>
              <a:t>Dự báo 2024 tiếp tục năm tăng trưởng lương đáng kể (~166K).</a:t>
            </a:r>
            <a:endParaRPr/>
          </a:p>
        </p:txBody>
      </p:sp>
      <p:cxnSp>
        <p:nvCxnSpPr>
          <p:cNvPr id="735" name="Google Shape;735;p78"/>
          <p:cNvCxnSpPr>
            <a:stCxn id="732" idx="3"/>
          </p:cNvCxnSpPr>
          <p:nvPr/>
        </p:nvCxnSpPr>
        <p:spPr>
          <a:xfrm>
            <a:off x="997823" y="1360880"/>
            <a:ext cx="1330500" cy="110400"/>
          </a:xfrm>
          <a:prstGeom prst="straightConnector1">
            <a:avLst/>
          </a:prstGeom>
          <a:noFill/>
          <a:ln w="9525" cap="flat" cmpd="sng">
            <a:solidFill>
              <a:srgbClr val="5F93FC"/>
            </a:solidFill>
            <a:prstDash val="solid"/>
            <a:round/>
            <a:headEnd type="none" w="sm" len="sm"/>
            <a:tailEnd type="triangle" w="med" len="med"/>
          </a:ln>
        </p:spPr>
      </p:cxnSp>
      <p:cxnSp>
        <p:nvCxnSpPr>
          <p:cNvPr id="736" name="Google Shape;736;p78"/>
          <p:cNvCxnSpPr>
            <a:stCxn id="732" idx="3"/>
          </p:cNvCxnSpPr>
          <p:nvPr/>
        </p:nvCxnSpPr>
        <p:spPr>
          <a:xfrm>
            <a:off x="997823" y="1360880"/>
            <a:ext cx="1105200" cy="412200"/>
          </a:xfrm>
          <a:prstGeom prst="straightConnector1">
            <a:avLst/>
          </a:prstGeom>
          <a:noFill/>
          <a:ln w="9525" cap="flat" cmpd="sng">
            <a:solidFill>
              <a:srgbClr val="5F93FC"/>
            </a:solidFill>
            <a:prstDash val="solid"/>
            <a:round/>
            <a:headEnd type="none" w="sm" len="sm"/>
            <a:tailEnd type="triangle" w="med" len="med"/>
          </a:ln>
        </p:spPr>
      </p:cxnSp>
      <p:cxnSp>
        <p:nvCxnSpPr>
          <p:cNvPr id="737" name="Google Shape;737;p78"/>
          <p:cNvCxnSpPr>
            <a:stCxn id="732" idx="3"/>
          </p:cNvCxnSpPr>
          <p:nvPr/>
        </p:nvCxnSpPr>
        <p:spPr>
          <a:xfrm>
            <a:off x="997823" y="1360879"/>
            <a:ext cx="1105200" cy="761700"/>
          </a:xfrm>
          <a:prstGeom prst="straightConnector1">
            <a:avLst/>
          </a:prstGeom>
          <a:noFill/>
          <a:ln w="9525" cap="flat" cmpd="sng">
            <a:solidFill>
              <a:srgbClr val="5F93FC"/>
            </a:solidFill>
            <a:prstDash val="solid"/>
            <a:round/>
            <a:headEnd type="none" w="sm" len="sm"/>
            <a:tailEnd type="triangle" w="med" len="med"/>
          </a:ln>
        </p:spPr>
      </p:cxnSp>
      <p:sp>
        <p:nvSpPr>
          <p:cNvPr id="738" name="Google Shape;738;p78"/>
          <p:cNvSpPr txBox="1"/>
          <p:nvPr/>
        </p:nvSpPr>
        <p:spPr>
          <a:xfrm>
            <a:off x="797850" y="3573653"/>
            <a:ext cx="1171627" cy="38536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800" b="1" i="0" u="none" strike="noStrike" cap="none">
                <a:solidFill>
                  <a:srgbClr val="FFCCE0"/>
                </a:solidFill>
                <a:latin typeface="Times New Roman"/>
                <a:ea typeface="Times New Roman"/>
                <a:cs typeface="Times New Roman"/>
                <a:sym typeface="Times New Roman"/>
              </a:rPr>
              <a:t>Kiến nghị</a:t>
            </a:r>
            <a:endParaRPr sz="1800" b="0" i="0" u="none" strike="noStrike" cap="none">
              <a:solidFill>
                <a:srgbClr val="FFCCE0"/>
              </a:solidFill>
              <a:latin typeface="Times New Roman"/>
              <a:ea typeface="Times New Roman"/>
              <a:cs typeface="Times New Roman"/>
              <a:sym typeface="Times New Roman"/>
            </a:endParaRPr>
          </a:p>
        </p:txBody>
      </p:sp>
      <p:cxnSp>
        <p:nvCxnSpPr>
          <p:cNvPr id="739" name="Google Shape;739;p78"/>
          <p:cNvCxnSpPr/>
          <p:nvPr/>
        </p:nvCxnSpPr>
        <p:spPr>
          <a:xfrm>
            <a:off x="1941341" y="3766334"/>
            <a:ext cx="1012874" cy="0"/>
          </a:xfrm>
          <a:prstGeom prst="straightConnector1">
            <a:avLst/>
          </a:prstGeom>
          <a:noFill/>
          <a:ln w="9525" cap="flat" cmpd="sng">
            <a:solidFill>
              <a:srgbClr val="5F93FC"/>
            </a:solidFill>
            <a:prstDash val="solid"/>
            <a:round/>
            <a:headEnd type="none" w="sm" len="sm"/>
            <a:tailEnd type="triangle" w="med" len="med"/>
          </a:ln>
        </p:spPr>
      </p:cxnSp>
      <p:sp>
        <p:nvSpPr>
          <p:cNvPr id="740" name="Google Shape;740;p78"/>
          <p:cNvSpPr txBox="1"/>
          <p:nvPr/>
        </p:nvSpPr>
        <p:spPr>
          <a:xfrm>
            <a:off x="2899704" y="2983306"/>
            <a:ext cx="4589584" cy="1764266"/>
          </a:xfrm>
          <a:prstGeom prst="rect">
            <a:avLst/>
          </a:prstGeom>
          <a:noFill/>
          <a:ln>
            <a:noFill/>
          </a:ln>
        </p:spPr>
        <p:txBody>
          <a:bodyPr spcFirstLastPara="1" wrap="square" lIns="91425" tIns="45700" rIns="91425" bIns="45700" anchor="t" anchorCtr="0">
            <a:spAutoFit/>
          </a:bodyPr>
          <a:lstStyle/>
          <a:p>
            <a:pPr marL="0" marR="0" lvl="0" indent="0" algn="ctr" rtl="0">
              <a:lnSpc>
                <a:spcPct val="115000"/>
              </a:lnSpc>
              <a:spcBef>
                <a:spcPts val="0"/>
              </a:spcBef>
              <a:spcAft>
                <a:spcPts val="0"/>
              </a:spcAft>
              <a:buNone/>
            </a:pPr>
            <a:r>
              <a:rPr lang="en-US" sz="1400" b="1" i="0" u="none" strike="noStrike" cap="none">
                <a:solidFill>
                  <a:srgbClr val="FFE0CC"/>
                </a:solidFill>
                <a:latin typeface="Times New Roman"/>
                <a:ea typeface="Times New Roman"/>
                <a:cs typeface="Times New Roman"/>
                <a:sym typeface="Times New Roman"/>
              </a:rPr>
              <a:t>Doanh nghiệp nên xem xét điều chỉnh quỹ lương, đặc biệt cho nhóm senior và expert để giữ chân nhân tài.</a:t>
            </a:r>
            <a:endParaRPr sz="1400" b="0" i="0" u="none" strike="noStrike" cap="none">
              <a:solidFill>
                <a:srgbClr val="FFE0CC"/>
              </a:solidFill>
              <a:latin typeface="Times New Roman"/>
              <a:ea typeface="Times New Roman"/>
              <a:cs typeface="Times New Roman"/>
              <a:sym typeface="Times New Roman"/>
            </a:endParaRPr>
          </a:p>
          <a:p>
            <a:pPr marL="0" marR="0" lvl="0" indent="0" algn="ctr" rtl="0">
              <a:lnSpc>
                <a:spcPct val="115000"/>
              </a:lnSpc>
              <a:spcBef>
                <a:spcPts val="800"/>
              </a:spcBef>
              <a:spcAft>
                <a:spcPts val="0"/>
              </a:spcAft>
              <a:buNone/>
            </a:pPr>
            <a:r>
              <a:rPr lang="en-US" sz="1400" b="1" i="0" u="none" strike="noStrike" cap="none">
                <a:solidFill>
                  <a:srgbClr val="FFE0CC"/>
                </a:solidFill>
                <a:latin typeface="Times New Roman"/>
                <a:ea typeface="Times New Roman"/>
                <a:cs typeface="Times New Roman"/>
                <a:sym typeface="Times New Roman"/>
              </a:rPr>
              <a:t>Nên mở rộng tuyển dụng remote để tiếp cận lực lượng nhân sự toàn cầu.</a:t>
            </a:r>
            <a:endParaRPr sz="1400" b="0" i="0" u="none" strike="noStrike" cap="none">
              <a:solidFill>
                <a:srgbClr val="FFE0CC"/>
              </a:solidFill>
              <a:latin typeface="Times New Roman"/>
              <a:ea typeface="Times New Roman"/>
              <a:cs typeface="Times New Roman"/>
              <a:sym typeface="Times New Roman"/>
            </a:endParaRPr>
          </a:p>
          <a:p>
            <a:pPr marL="0" marR="0" lvl="0" indent="0" algn="ctr" rtl="0">
              <a:lnSpc>
                <a:spcPct val="115000"/>
              </a:lnSpc>
              <a:spcBef>
                <a:spcPts val="800"/>
              </a:spcBef>
              <a:spcAft>
                <a:spcPts val="0"/>
              </a:spcAft>
              <a:buNone/>
            </a:pPr>
            <a:r>
              <a:rPr lang="en-US" sz="1400" b="1" i="0" u="none" strike="noStrike" cap="none">
                <a:solidFill>
                  <a:srgbClr val="FFE0CC"/>
                </a:solidFill>
                <a:latin typeface="Times New Roman"/>
                <a:ea typeface="Times New Roman"/>
                <a:cs typeface="Times New Roman"/>
                <a:sym typeface="Times New Roman"/>
              </a:rPr>
              <a:t>Đầu tư đào tạo để nhân viên junior nâng cấp kỹ năng, hướng đến mid/senior vì biên độ chênh lệch lương lớn.</a:t>
            </a:r>
            <a:endParaRPr sz="1400" b="0" i="0" u="none" strike="noStrike" cap="none">
              <a:solidFill>
                <a:srgbClr val="FFE0CC"/>
              </a:solidFill>
              <a:latin typeface="Times New Roman"/>
              <a:ea typeface="Times New Roman"/>
              <a:cs typeface="Times New Roman"/>
              <a:sym typeface="Times New Roman"/>
            </a:endParaRPr>
          </a:p>
        </p:txBody>
      </p:sp>
      <p:cxnSp>
        <p:nvCxnSpPr>
          <p:cNvPr id="741" name="Google Shape;741;p78"/>
          <p:cNvCxnSpPr>
            <a:stCxn id="738" idx="3"/>
          </p:cNvCxnSpPr>
          <p:nvPr/>
        </p:nvCxnSpPr>
        <p:spPr>
          <a:xfrm rot="10800000" flipH="1">
            <a:off x="1969477" y="3172334"/>
            <a:ext cx="916200" cy="594000"/>
          </a:xfrm>
          <a:prstGeom prst="straightConnector1">
            <a:avLst/>
          </a:prstGeom>
          <a:noFill/>
          <a:ln w="9525" cap="flat" cmpd="sng">
            <a:solidFill>
              <a:srgbClr val="5F93FC"/>
            </a:solidFill>
            <a:prstDash val="solid"/>
            <a:round/>
            <a:headEnd type="none" w="sm" len="sm"/>
            <a:tailEnd type="triangle" w="med" len="med"/>
          </a:ln>
        </p:spPr>
      </p:cxnSp>
      <p:cxnSp>
        <p:nvCxnSpPr>
          <p:cNvPr id="742" name="Google Shape;742;p78"/>
          <p:cNvCxnSpPr>
            <a:stCxn id="738" idx="3"/>
          </p:cNvCxnSpPr>
          <p:nvPr/>
        </p:nvCxnSpPr>
        <p:spPr>
          <a:xfrm>
            <a:off x="1969477" y="3766334"/>
            <a:ext cx="1047900" cy="651000"/>
          </a:xfrm>
          <a:prstGeom prst="straightConnector1">
            <a:avLst/>
          </a:prstGeom>
          <a:noFill/>
          <a:ln w="9525" cap="flat" cmpd="sng">
            <a:solidFill>
              <a:srgbClr val="5F93FC"/>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30"/>
                                        </p:tgtEl>
                                        <p:attrNameLst>
                                          <p:attrName>style.visibility</p:attrName>
                                        </p:attrNameLst>
                                      </p:cBhvr>
                                      <p:to>
                                        <p:strVal val="visible"/>
                                      </p:to>
                                    </p:set>
                                    <p:animEffect transition="in" filter="fade">
                                      <p:cBhvr>
                                        <p:cTn id="7" dur="500"/>
                                        <p:tgtEl>
                                          <p:spTgt spid="7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2"/>
                                        </p:tgtEl>
                                        <p:attrNameLst>
                                          <p:attrName>style.visibility</p:attrName>
                                        </p:attrNameLst>
                                      </p:cBhvr>
                                      <p:to>
                                        <p:strVal val="visible"/>
                                      </p:to>
                                    </p:set>
                                    <p:animEffect transition="in" filter="fade">
                                      <p:cBhvr>
                                        <p:cTn id="12" dur="500"/>
                                        <p:tgtEl>
                                          <p:spTgt spid="7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33"/>
                                        </p:tgtEl>
                                        <p:attrNameLst>
                                          <p:attrName>style.visibility</p:attrName>
                                        </p:attrNameLst>
                                      </p:cBhvr>
                                      <p:to>
                                        <p:strVal val="visible"/>
                                      </p:to>
                                    </p:set>
                                    <p:animEffect transition="in" filter="fade">
                                      <p:cBhvr>
                                        <p:cTn id="17" dur="500"/>
                                        <p:tgtEl>
                                          <p:spTgt spid="733"/>
                                        </p:tgtEl>
                                      </p:cBhvr>
                                    </p:animEffect>
                                  </p:childTnLst>
                                </p:cTn>
                              </p:par>
                              <p:par>
                                <p:cTn id="18" presetID="10" presetClass="entr" presetSubtype="0" fill="hold" nodeType="withEffect">
                                  <p:stCondLst>
                                    <p:cond delay="0"/>
                                  </p:stCondLst>
                                  <p:childTnLst>
                                    <p:set>
                                      <p:cBhvr>
                                        <p:cTn id="19" dur="1" fill="hold">
                                          <p:stCondLst>
                                            <p:cond delay="0"/>
                                          </p:stCondLst>
                                        </p:cTn>
                                        <p:tgtEl>
                                          <p:spTgt spid="735"/>
                                        </p:tgtEl>
                                        <p:attrNameLst>
                                          <p:attrName>style.visibility</p:attrName>
                                        </p:attrNameLst>
                                      </p:cBhvr>
                                      <p:to>
                                        <p:strVal val="visible"/>
                                      </p:to>
                                    </p:set>
                                    <p:animEffect transition="in" filter="fade">
                                      <p:cBhvr>
                                        <p:cTn id="20" dur="500"/>
                                        <p:tgtEl>
                                          <p:spTgt spid="735"/>
                                        </p:tgtEl>
                                      </p:cBhvr>
                                    </p:animEffect>
                                  </p:childTnLst>
                                </p:cTn>
                              </p:par>
                              <p:par>
                                <p:cTn id="21" presetID="10" presetClass="entr" presetSubtype="0" fill="hold" nodeType="withEffect">
                                  <p:stCondLst>
                                    <p:cond delay="0"/>
                                  </p:stCondLst>
                                  <p:childTnLst>
                                    <p:set>
                                      <p:cBhvr>
                                        <p:cTn id="22" dur="1" fill="hold">
                                          <p:stCondLst>
                                            <p:cond delay="0"/>
                                          </p:stCondLst>
                                        </p:cTn>
                                        <p:tgtEl>
                                          <p:spTgt spid="736"/>
                                        </p:tgtEl>
                                        <p:attrNameLst>
                                          <p:attrName>style.visibility</p:attrName>
                                        </p:attrNameLst>
                                      </p:cBhvr>
                                      <p:to>
                                        <p:strVal val="visible"/>
                                      </p:to>
                                    </p:set>
                                    <p:animEffect transition="in" filter="fade">
                                      <p:cBhvr>
                                        <p:cTn id="23" dur="500"/>
                                        <p:tgtEl>
                                          <p:spTgt spid="736"/>
                                        </p:tgtEl>
                                      </p:cBhvr>
                                    </p:animEffect>
                                  </p:childTnLst>
                                </p:cTn>
                              </p:par>
                              <p:par>
                                <p:cTn id="24" presetID="10" presetClass="entr" presetSubtype="0" fill="hold" nodeType="withEffect">
                                  <p:stCondLst>
                                    <p:cond delay="0"/>
                                  </p:stCondLst>
                                  <p:childTnLst>
                                    <p:set>
                                      <p:cBhvr>
                                        <p:cTn id="25" dur="1" fill="hold">
                                          <p:stCondLst>
                                            <p:cond delay="0"/>
                                          </p:stCondLst>
                                        </p:cTn>
                                        <p:tgtEl>
                                          <p:spTgt spid="737"/>
                                        </p:tgtEl>
                                        <p:attrNameLst>
                                          <p:attrName>style.visibility</p:attrName>
                                        </p:attrNameLst>
                                      </p:cBhvr>
                                      <p:to>
                                        <p:strVal val="visible"/>
                                      </p:to>
                                    </p:set>
                                    <p:animEffect transition="in" filter="fade">
                                      <p:cBhvr>
                                        <p:cTn id="26" dur="500"/>
                                        <p:tgtEl>
                                          <p:spTgt spid="73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734"/>
                                        </p:tgtEl>
                                        <p:attrNameLst>
                                          <p:attrName>style.visibility</p:attrName>
                                        </p:attrNameLst>
                                      </p:cBhvr>
                                      <p:to>
                                        <p:strVal val="visible"/>
                                      </p:to>
                                    </p:set>
                                    <p:animEffect transition="in" filter="fade">
                                      <p:cBhvr>
                                        <p:cTn id="31" dur="2000"/>
                                        <p:tgtEl>
                                          <p:spTgt spid="73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738"/>
                                        </p:tgtEl>
                                        <p:attrNameLst>
                                          <p:attrName>style.visibility</p:attrName>
                                        </p:attrNameLst>
                                      </p:cBhvr>
                                      <p:to>
                                        <p:strVal val="visible"/>
                                      </p:to>
                                    </p:set>
                                    <p:animEffect transition="in" filter="fade">
                                      <p:cBhvr>
                                        <p:cTn id="36" dur="500"/>
                                        <p:tgtEl>
                                          <p:spTgt spid="738"/>
                                        </p:tgtEl>
                                      </p:cBhvr>
                                    </p:animEffec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741"/>
                                        </p:tgtEl>
                                        <p:attrNameLst>
                                          <p:attrName>style.visibility</p:attrName>
                                        </p:attrNameLst>
                                      </p:cBhvr>
                                      <p:to>
                                        <p:strVal val="visible"/>
                                      </p:to>
                                    </p:set>
                                    <p:anim calcmode="lin" valueType="num">
                                      <p:cBhvr additive="base">
                                        <p:cTn id="41" dur="500"/>
                                        <p:tgtEl>
                                          <p:spTgt spid="741"/>
                                        </p:tgtEl>
                                        <p:attrNameLst>
                                          <p:attrName>ppt_y</p:attrName>
                                        </p:attrNameLst>
                                      </p:cBhvr>
                                      <p:tavLst>
                                        <p:tav tm="0">
                                          <p:val>
                                            <p:strVal val="#ppt_y+1"/>
                                          </p:val>
                                        </p:tav>
                                        <p:tav tm="100000">
                                          <p:val>
                                            <p:strVal val="#ppt_y"/>
                                          </p:val>
                                        </p:tav>
                                      </p:tavLst>
                                    </p:anim>
                                  </p:childTnLst>
                                </p:cTn>
                              </p:par>
                              <p:par>
                                <p:cTn id="42" presetID="2" presetClass="entr" presetSubtype="4" fill="hold" nodeType="withEffect">
                                  <p:stCondLst>
                                    <p:cond delay="0"/>
                                  </p:stCondLst>
                                  <p:childTnLst>
                                    <p:set>
                                      <p:cBhvr>
                                        <p:cTn id="43" dur="1" fill="hold">
                                          <p:stCondLst>
                                            <p:cond delay="0"/>
                                          </p:stCondLst>
                                        </p:cTn>
                                        <p:tgtEl>
                                          <p:spTgt spid="742"/>
                                        </p:tgtEl>
                                        <p:attrNameLst>
                                          <p:attrName>style.visibility</p:attrName>
                                        </p:attrNameLst>
                                      </p:cBhvr>
                                      <p:to>
                                        <p:strVal val="visible"/>
                                      </p:to>
                                    </p:set>
                                    <p:anim calcmode="lin" valueType="num">
                                      <p:cBhvr additive="base">
                                        <p:cTn id="44" dur="500"/>
                                        <p:tgtEl>
                                          <p:spTgt spid="74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740"/>
                                        </p:tgtEl>
                                        <p:attrNameLst>
                                          <p:attrName>style.visibility</p:attrName>
                                        </p:attrNameLst>
                                      </p:cBhvr>
                                      <p:to>
                                        <p:strVal val="visible"/>
                                      </p:to>
                                    </p:set>
                                    <p:animEffect transition="in" filter="fade">
                                      <p:cBhvr>
                                        <p:cTn id="49" dur="500"/>
                                        <p:tgtEl>
                                          <p:spTgt spid="7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79"/>
          <p:cNvSpPr txBox="1">
            <a:spLocks noGrp="1"/>
          </p:cNvSpPr>
          <p:nvPr>
            <p:ph type="sldNum" idx="4294967295"/>
          </p:nvPr>
        </p:nvSpPr>
        <p:spPr>
          <a:xfrm>
            <a:off x="8556625" y="4813300"/>
            <a:ext cx="587375" cy="3302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29</a:t>
            </a:fld>
            <a:endParaRPr/>
          </a:p>
        </p:txBody>
      </p:sp>
      <p:pic>
        <p:nvPicPr>
          <p:cNvPr id="748" name="Google Shape;748;p79"/>
          <p:cNvPicPr preferRelativeResize="0"/>
          <p:nvPr/>
        </p:nvPicPr>
        <p:blipFill rotWithShape="1">
          <a:blip r:embed="rId3">
            <a:alphaModFix/>
          </a:blip>
          <a:srcRect/>
          <a:stretch/>
        </p:blipFill>
        <p:spPr>
          <a:xfrm>
            <a:off x="-98323" y="0"/>
            <a:ext cx="9242323" cy="5143500"/>
          </a:xfrm>
          <a:prstGeom prst="rect">
            <a:avLst/>
          </a:prstGeom>
          <a:noFill/>
          <a:ln>
            <a:noFill/>
          </a:ln>
          <a:effectLst>
            <a:outerShdw blurRad="190500" algn="tl" rotWithShape="0">
              <a:srgbClr val="000000">
                <a:alpha val="69803"/>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48"/>
                                        </p:tgtEl>
                                        <p:attrNameLst>
                                          <p:attrName>style.visibility</p:attrName>
                                        </p:attrNameLst>
                                      </p:cBhvr>
                                      <p:to>
                                        <p:strVal val="visible"/>
                                      </p:to>
                                    </p:set>
                                    <p:animEffect transition="in" filter="fade">
                                      <p:cBhvr>
                                        <p:cTn id="7" dur="5000"/>
                                        <p:tgtEl>
                                          <p:spTgt spid="7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80"/>
          <p:cNvSpPr txBox="1">
            <a:spLocks noGrp="1"/>
          </p:cNvSpPr>
          <p:nvPr>
            <p:ph type="ctrTitle"/>
          </p:nvPr>
        </p:nvSpPr>
        <p:spPr>
          <a:xfrm>
            <a:off x="2328150" y="1991825"/>
            <a:ext cx="4487700" cy="11598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4600"/>
              <a:buNone/>
            </a:pPr>
            <a:endParaRPr/>
          </a:p>
        </p:txBody>
      </p:sp>
      <p:sp>
        <p:nvSpPr>
          <p:cNvPr id="754" name="Google Shape;754;p80"/>
          <p:cNvSpPr txBox="1">
            <a:spLocks noGrp="1"/>
          </p:cNvSpPr>
          <p:nvPr>
            <p:ph type="sldNum" idx="4294967295"/>
          </p:nvPr>
        </p:nvSpPr>
        <p:spPr>
          <a:xfrm>
            <a:off x="8556625" y="4813300"/>
            <a:ext cx="587375" cy="3302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0"/>
              </a:spcAft>
              <a:buSzPts val="1100"/>
              <a:buNone/>
            </a:pPr>
            <a:fld id="{00000000-1234-1234-1234-123412341234}" type="slidenum">
              <a:rPr lang="en-US"/>
              <a:t>30</a:t>
            </a:fld>
            <a:endParaRPr/>
          </a:p>
        </p:txBody>
      </p:sp>
      <p:pic>
        <p:nvPicPr>
          <p:cNvPr id="755" name="Google Shape;755;p80"/>
          <p:cNvPicPr preferRelativeResize="0"/>
          <p:nvPr/>
        </p:nvPicPr>
        <p:blipFill rotWithShape="1">
          <a:blip r:embed="rId3">
            <a:alphaModFix/>
          </a:blip>
          <a:srcRect/>
          <a:stretch/>
        </p:blipFill>
        <p:spPr>
          <a:xfrm>
            <a:off x="0" y="24967"/>
            <a:ext cx="9144000" cy="5143500"/>
          </a:xfrm>
          <a:prstGeom prst="rect">
            <a:avLst/>
          </a:prstGeom>
          <a:solidFill>
            <a:srgbClr val="ECECEC"/>
          </a:solidFill>
          <a:ln w="190500" cap="sq" cmpd="sng">
            <a:solidFill>
              <a:srgbClr val="12161B"/>
            </a:solidFill>
            <a:prstDash val="solid"/>
            <a:miter lim="800000"/>
            <a:headEnd type="none" w="sm" len="sm"/>
            <a:tailEnd type="none" w="sm" len="sm"/>
          </a:ln>
          <a:effectLst>
            <a:outerShdw blurRad="65000" dist="50800" dir="12900000" kx="195000" ky="145000" algn="tl" rotWithShape="0">
              <a:srgbClr val="000000">
                <a:alpha val="29803"/>
              </a:srgbClr>
            </a:outerShdw>
          </a:effectLst>
        </p:spPr>
      </p:pic>
      <p:sp>
        <p:nvSpPr>
          <p:cNvPr id="756" name="Google Shape;756;p80"/>
          <p:cNvSpPr txBox="1"/>
          <p:nvPr/>
        </p:nvSpPr>
        <p:spPr>
          <a:xfrm rot="-935621">
            <a:off x="39484" y="2277155"/>
            <a:ext cx="4716860" cy="15696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3200" b="1" i="0" u="none" strike="noStrike" cap="none">
                <a:solidFill>
                  <a:srgbClr val="FE99C1"/>
                </a:solidFill>
                <a:latin typeface="Times New Roman"/>
                <a:ea typeface="Times New Roman"/>
                <a:cs typeface="Times New Roman"/>
                <a:sym typeface="Times New Roman"/>
              </a:rPr>
              <a:t>We sincerely appreciate you taking the time to listen to our presentation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55"/>
                                        </p:tgtEl>
                                        <p:attrNameLst>
                                          <p:attrName>style.visibility</p:attrName>
                                        </p:attrNameLst>
                                      </p:cBhvr>
                                      <p:to>
                                        <p:strVal val="visible"/>
                                      </p:to>
                                    </p:set>
                                    <p:anim calcmode="lin" valueType="num">
                                      <p:cBhvr additive="base">
                                        <p:cTn id="7" dur="500"/>
                                        <p:tgtEl>
                                          <p:spTgt spid="75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56"/>
                                        </p:tgtEl>
                                        <p:attrNameLst>
                                          <p:attrName>style.visibility</p:attrName>
                                        </p:attrNameLst>
                                      </p:cBhvr>
                                      <p:to>
                                        <p:strVal val="visible"/>
                                      </p:to>
                                    </p:set>
                                    <p:animEffect transition="in" filter="fade">
                                      <p:cBhvr>
                                        <p:cTn id="12" dur="500"/>
                                        <p:tgtEl>
                                          <p:spTgt spid="7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umaine">
  <a:themeElements>
    <a:clrScheme name="Custom 347">
      <a:dk1>
        <a:srgbClr val="FFFFFF"/>
      </a:dk1>
      <a:lt1>
        <a:srgbClr val="041F30"/>
      </a:lt1>
      <a:dk2>
        <a:srgbClr val="E3E7EC"/>
      </a:dk2>
      <a:lt2>
        <a:srgbClr val="5A6B85"/>
      </a:lt2>
      <a:accent1>
        <a:srgbClr val="6699FF"/>
      </a:accent1>
      <a:accent2>
        <a:srgbClr val="33CCFF"/>
      </a:accent2>
      <a:accent3>
        <a:srgbClr val="33CCCC"/>
      </a:accent3>
      <a:accent4>
        <a:srgbClr val="66FF33"/>
      </a:accent4>
      <a:accent5>
        <a:srgbClr val="FF0066"/>
      </a:accent5>
      <a:accent6>
        <a:srgbClr val="FF6600"/>
      </a:accent6>
      <a:hlink>
        <a:srgbClr val="FFFFFF"/>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1346</Words>
  <Application>Microsoft Office PowerPoint</Application>
  <PresentationFormat>On-screen Show (16:9)</PresentationFormat>
  <Paragraphs>189</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Noto Sans Symbols</vt:lpstr>
      <vt:lpstr>Arial</vt:lpstr>
      <vt:lpstr>Hind</vt:lpstr>
      <vt:lpstr>Calibri</vt:lpstr>
      <vt:lpstr>Times New Roman</vt:lpstr>
      <vt:lpstr>Dumaine</vt:lpstr>
      <vt:lpstr>CHÀO MỪNG  QUÝ GIẢNG VIÊN</vt:lpstr>
      <vt:lpstr>PHÂN TÍCH THỊ TRƯỜNG VÀ XU HƯỚNG LƯƠNG TRONG LĨNH VỰC DATA &amp; AI GIAI ĐOẠN 2020 - 2023</vt:lpstr>
      <vt:lpstr>MEMBER SHIP</vt:lpstr>
      <vt:lpstr>GIỚI THIỆU DỰ ÁN </vt:lpstr>
      <vt:lpstr>Đặt vấn đề  Câu chuyện dữ liệu</vt:lpstr>
      <vt:lpstr>PowerPoint Presentation</vt:lpstr>
      <vt:lpstr>Giải thích về bộ dữ liệu</vt:lpstr>
      <vt:lpstr>DASHBOARD CHI TIẾT</vt:lpstr>
      <vt:lpstr>PowerPoint Presentation</vt:lpstr>
      <vt:lpstr>Nhận xét</vt:lpstr>
      <vt:lpstr>3. Tổng kết </vt:lpstr>
      <vt:lpstr>DASHBOARD TỔNG QUAN</vt:lpstr>
      <vt:lpstr>7. Tổng kết </vt:lpstr>
      <vt:lpstr>DASHBOARD  CÔNG VIỆC </vt:lpstr>
      <vt:lpstr>PowerPoint Presentation</vt:lpstr>
      <vt:lpstr>7. Tổng kết </vt:lpstr>
      <vt:lpstr>DASHBOARD  KHU VỰC</vt:lpstr>
      <vt:lpstr>PowerPoint Presentation</vt:lpstr>
      <vt:lpstr>7. Tổng kết </vt:lpstr>
      <vt:lpstr>DASHBOARD KINH NGHIỆM &amp; REMOTE </vt:lpstr>
      <vt:lpstr>PowerPoint Presentation</vt:lpstr>
      <vt:lpstr>📌 Nhận xét</vt:lpstr>
      <vt:lpstr>DASHBOARD DỰ ĐOÁN XU HƯỚNG TĂNG TRƯỞNG LƯƠNG 2024</vt:lpstr>
      <vt:lpstr>PowerPoint Presentation</vt:lpstr>
      <vt:lpstr>📌 Nhận xét</vt:lpstr>
      <vt:lpstr>7. Tổng kết </vt:lpstr>
      <vt:lpstr>TỔNG KẾT TOÀN PHẦN </vt:lpstr>
      <vt:lpstr>7. Kết luận &amp; kiến nghị</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Phương Phương</dc:creator>
  <cp:lastModifiedBy>Phương Phương</cp:lastModifiedBy>
  <cp:revision>1</cp:revision>
  <dcterms:created xsi:type="dcterms:W3CDTF">2025-11-28T04:31:05Z</dcterms:created>
  <dcterms:modified xsi:type="dcterms:W3CDTF">2025-12-05T04:20:32Z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CBFFC5710B6B4FDF90ED7B07BF7D7D4A_12</vt:lpwstr>
  </property>
  <property fmtid="{D5CDD505-2E9C-101B-9397-08002B2CF9AE}" pid="3" name="KSOProductBuildVer">
    <vt:lpwstr>1033-12.2.0.22549</vt:lpwstr>
  </property>
</Properties>
</file>